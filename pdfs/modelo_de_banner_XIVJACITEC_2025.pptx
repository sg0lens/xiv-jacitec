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2385000" cy="43205400"/>
  <p:notesSz cx="6858000" cy="9144000"/>
  <p:embeddedFontLst>
    <p:embeddedFont>
      <p:font typeface="Alex Brush" panose="020B0604020202020204" charset="0"/>
      <p:regular r:id="rId4"/>
    </p:embeddedFont>
    <p:embeddedFont>
      <p:font typeface="Angelica" panose="020B0604020202020204" charset="0"/>
      <p:regular r:id="rId5"/>
    </p:embeddedFont>
    <p:embeddedFont>
      <p:font typeface="Arial MT Pro" panose="020B0604020202020204" charset="0"/>
      <p:regular r:id="rId6"/>
    </p:embeddedFont>
    <p:embeddedFont>
      <p:font typeface="Arial MT Pro Bold" panose="020B0604020202020204" charset="0"/>
      <p:regular r:id="rId7"/>
    </p:embeddedFont>
    <p:embeddedFont>
      <p:font typeface="Open Sans Bold" panose="020B0806030504020204" pitchFamily="34" charset="0"/>
      <p:regular r:id="rId8"/>
      <p:bold r:id="rId9"/>
    </p:embeddedFont>
    <p:embeddedFont>
      <p:font typeface="Pathway Gothic One" panose="020B0604020202020204" charset="0"/>
      <p:regular r:id="rId10"/>
    </p:embeddedFont>
    <p:embeddedFont>
      <p:font typeface="Sunset Hill" panose="020B0604020202020204" charset="0"/>
      <p:regular r:id="rId11"/>
    </p:embeddedFont>
    <p:embeddedFont>
      <p:font typeface="TT Rounds Condensed" panose="020B0604020202020204" charset="0"/>
      <p:regular r:id="rId12"/>
    </p:embeddedFont>
    <p:embeddedFont>
      <p:font typeface="TT Rounds Condensed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1" d="100"/>
          <a:sy n="11" d="100"/>
        </p:scale>
        <p:origin x="2722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28.09.2025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09975" y="512763"/>
            <a:ext cx="19240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2394525" cy="8056068"/>
          </a:xfrm>
          <a:custGeom>
            <a:avLst/>
            <a:gdLst/>
            <a:ahLst/>
            <a:cxnLst/>
            <a:rect l="l" t="t" r="r" b="b"/>
            <a:pathLst>
              <a:path w="32394525" h="8056068">
                <a:moveTo>
                  <a:pt x="0" y="0"/>
                </a:moveTo>
                <a:lnTo>
                  <a:pt x="32394525" y="0"/>
                </a:lnTo>
                <a:lnTo>
                  <a:pt x="32394525" y="8056068"/>
                </a:lnTo>
                <a:lnTo>
                  <a:pt x="0" y="8056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0792" b="-100792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>
            <a:grpSpLocks noGrp="1" noUngrp="1" noRot="1" noMove="1" noResize="1"/>
          </p:cNvGrpSpPr>
          <p:nvPr/>
        </p:nvGrpSpPr>
        <p:grpSpPr>
          <a:xfrm>
            <a:off x="0" y="0"/>
            <a:ext cx="32394525" cy="8056068"/>
            <a:chOff x="0" y="0"/>
            <a:chExt cx="2709333" cy="673774"/>
          </a:xfrm>
        </p:grpSpPr>
        <p:sp>
          <p:nvSpPr>
            <p:cNvPr id="4" name="Freeform 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709333" cy="673774"/>
            </a:xfrm>
            <a:custGeom>
              <a:avLst/>
              <a:gdLst/>
              <a:ahLst/>
              <a:cxnLst/>
              <a:rect l="l" t="t" r="r" b="b"/>
              <a:pathLst>
                <a:path w="2709333" h="673774">
                  <a:moveTo>
                    <a:pt x="0" y="0"/>
                  </a:moveTo>
                  <a:lnTo>
                    <a:pt x="2709333" y="0"/>
                  </a:lnTo>
                  <a:lnTo>
                    <a:pt x="2709333" y="673774"/>
                  </a:lnTo>
                  <a:lnTo>
                    <a:pt x="0" y="673774"/>
                  </a:lnTo>
                  <a:close/>
                </a:path>
              </a:pathLst>
            </a:custGeom>
            <a:solidFill>
              <a:srgbClr val="000000">
                <a:alpha val="61961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709333" cy="673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endParaRPr/>
            </a:p>
          </p:txBody>
        </p:sp>
      </p:grpSp>
      <p:sp>
        <p:nvSpPr>
          <p:cNvPr id="6" name="Freeform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42585" y="322958"/>
            <a:ext cx="7751940" cy="7751940"/>
          </a:xfrm>
          <a:custGeom>
            <a:avLst/>
            <a:gdLst/>
            <a:ahLst/>
            <a:cxnLst/>
            <a:rect l="l" t="t" r="r" b="b"/>
            <a:pathLst>
              <a:path w="7751940" h="7751940">
                <a:moveTo>
                  <a:pt x="0" y="0"/>
                </a:moveTo>
                <a:lnTo>
                  <a:pt x="7751940" y="0"/>
                </a:lnTo>
                <a:lnTo>
                  <a:pt x="7751940" y="7751941"/>
                </a:lnTo>
                <a:lnTo>
                  <a:pt x="0" y="7751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2958"/>
            <a:ext cx="7472760" cy="8231919"/>
          </a:xfrm>
          <a:custGeom>
            <a:avLst/>
            <a:gdLst/>
            <a:ahLst/>
            <a:cxnLst/>
            <a:rect l="l" t="t" r="r" b="b"/>
            <a:pathLst>
              <a:path w="7472760" h="8231919">
                <a:moveTo>
                  <a:pt x="0" y="0"/>
                </a:moveTo>
                <a:lnTo>
                  <a:pt x="7472760" y="0"/>
                </a:lnTo>
                <a:lnTo>
                  <a:pt x="7472760" y="8231919"/>
                </a:lnTo>
                <a:lnTo>
                  <a:pt x="0" y="823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102" r="-510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2907720" y="10866300"/>
            <a:ext cx="26679600" cy="179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36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Nomes dos autores, Arial Negrito, tamanho 40pt</a:t>
            </a:r>
          </a:p>
          <a:p>
            <a:pPr algn="ctr">
              <a:lnSpc>
                <a:spcPts val="4800"/>
              </a:lnSpc>
            </a:pPr>
            <a:r>
              <a:rPr lang="en-US" sz="4000" spc="36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Instituições , Arial regular, tamanho 30pt. </a:t>
            </a:r>
          </a:p>
        </p:txBody>
      </p:sp>
      <p:grpSp>
        <p:nvGrpSpPr>
          <p:cNvPr id="9" name="Group 9"/>
          <p:cNvGrpSpPr>
            <a:grpSpLocks noGrp="1" noUngrp="1" noRot="1" noMove="1" noResize="1"/>
          </p:cNvGrpSpPr>
          <p:nvPr/>
        </p:nvGrpSpPr>
        <p:grpSpPr>
          <a:xfrm>
            <a:off x="987300" y="12233340"/>
            <a:ext cx="29905560" cy="12960"/>
            <a:chOff x="0" y="0"/>
            <a:chExt cx="39874080" cy="17280"/>
          </a:xfrm>
        </p:grpSpPr>
        <p:sp>
          <p:nvSpPr>
            <p:cNvPr id="10" name="Freeform 10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382" y="0"/>
              <a:ext cx="39857299" cy="17272"/>
            </a:xfrm>
            <a:custGeom>
              <a:avLst/>
              <a:gdLst/>
              <a:ahLst/>
              <a:cxnLst/>
              <a:rect l="l" t="t" r="r" b="b"/>
              <a:pathLst>
                <a:path w="39857299" h="17272">
                  <a:moveTo>
                    <a:pt x="0" y="0"/>
                  </a:moveTo>
                  <a:lnTo>
                    <a:pt x="39857299" y="508"/>
                  </a:lnTo>
                  <a:lnTo>
                    <a:pt x="39857299" y="17272"/>
                  </a:lnTo>
                  <a:lnTo>
                    <a:pt x="0" y="16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478635" y="12754155"/>
            <a:ext cx="14637971" cy="8451315"/>
            <a:chOff x="0" y="0"/>
            <a:chExt cx="720150" cy="41578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0150" cy="415782"/>
            </a:xfrm>
            <a:custGeom>
              <a:avLst/>
              <a:gdLst/>
              <a:ahLst/>
              <a:cxnLst/>
              <a:rect l="l" t="t" r="r" b="b"/>
              <a:pathLst>
                <a:path w="720150" h="415782">
                  <a:moveTo>
                    <a:pt x="0" y="0"/>
                  </a:moveTo>
                  <a:lnTo>
                    <a:pt x="720150" y="0"/>
                  </a:lnTo>
                  <a:lnTo>
                    <a:pt x="720150" y="415782"/>
                  </a:lnTo>
                  <a:lnTo>
                    <a:pt x="0" y="4157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TextBox 1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303405" y="4335220"/>
            <a:ext cx="19237022" cy="229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77"/>
              </a:lnSpc>
            </a:pPr>
            <a:r>
              <a:rPr lang="en-US" sz="6626" spc="331" dirty="0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"Planeta </a:t>
            </a:r>
            <a:r>
              <a:rPr lang="en-US" sz="6626" spc="331" dirty="0" err="1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Água</a:t>
            </a:r>
            <a:r>
              <a:rPr lang="en-US" sz="6626" spc="331" dirty="0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: Cultura </a:t>
            </a:r>
            <a:r>
              <a:rPr lang="en-US" sz="6626" spc="331" dirty="0" err="1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oceânica</a:t>
            </a:r>
            <a:r>
              <a:rPr lang="en-US" sz="6626" spc="331" dirty="0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para </a:t>
            </a:r>
            <a:r>
              <a:rPr lang="en-US" sz="6626" spc="331" dirty="0" err="1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enfrentar</a:t>
            </a:r>
            <a:r>
              <a:rPr lang="en-US" sz="6626" spc="331" dirty="0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as </a:t>
            </a:r>
            <a:r>
              <a:rPr lang="en-US" sz="6626" spc="331" dirty="0" err="1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mudanças</a:t>
            </a:r>
            <a:r>
              <a:rPr lang="en-US" sz="6626" spc="331" dirty="0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</a:t>
            </a:r>
            <a:r>
              <a:rPr lang="en-US" sz="6626" spc="331" dirty="0" err="1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climáticas</a:t>
            </a:r>
            <a:r>
              <a:rPr lang="en-US" sz="6626" spc="331" dirty="0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no meu </a:t>
            </a:r>
            <a:r>
              <a:rPr lang="en-US" sz="6626" spc="331" dirty="0" err="1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território</a:t>
            </a:r>
            <a:r>
              <a:rPr lang="en-US" sz="6626" spc="331" dirty="0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"</a:t>
            </a:r>
          </a:p>
        </p:txBody>
      </p:sp>
      <p:sp>
        <p:nvSpPr>
          <p:cNvPr id="14" name="TextBox 1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71411" y="1334730"/>
            <a:ext cx="4201716" cy="331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4"/>
              </a:lnSpc>
            </a:pPr>
            <a:r>
              <a:rPr lang="en-US" sz="19303" spc="96" dirty="0">
                <a:solidFill>
                  <a:srgbClr val="FFFFFF"/>
                </a:solidFill>
                <a:latin typeface="Sunset Hill"/>
                <a:ea typeface="Sunset Hill"/>
                <a:cs typeface="Sunset Hill"/>
                <a:sym typeface="Sunset Hill"/>
              </a:rPr>
              <a:t>XIV</a:t>
            </a:r>
          </a:p>
        </p:txBody>
      </p:sp>
      <p:sp>
        <p:nvSpPr>
          <p:cNvPr id="15" name="TextBox 1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436538" y="1334730"/>
            <a:ext cx="12206047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24"/>
              </a:lnSpc>
            </a:pPr>
            <a:r>
              <a:rPr lang="en-US" sz="19302" spc="984" dirty="0">
                <a:solidFill>
                  <a:srgbClr val="FFFFFF"/>
                </a:solidFill>
                <a:latin typeface="Sunset Hill"/>
                <a:ea typeface="Sunset Hill"/>
                <a:cs typeface="Sunset Hill"/>
                <a:sym typeface="Sunset Hill"/>
              </a:rPr>
              <a:t>JACITEC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17657" y="21341715"/>
            <a:ext cx="13996800" cy="41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Imagem</a:t>
            </a:r>
            <a:r>
              <a:rPr lang="en-US" sz="2400" spc="-1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1: </a:t>
            </a:r>
            <a:r>
              <a:rPr lang="en-US" sz="2400" spc="-1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Inserir</a:t>
            </a:r>
            <a:r>
              <a:rPr lang="en-US" sz="2400" spc="-1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400" spc="-1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ilustração</a:t>
            </a:r>
            <a:r>
              <a:rPr lang="en-US" sz="2400" spc="-1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400" spc="-1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ou</a:t>
            </a:r>
            <a:r>
              <a:rPr lang="en-US" sz="2400" spc="-1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400" spc="-1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tabela</a:t>
            </a:r>
            <a:r>
              <a:rPr lang="en-US" sz="2400" spc="-1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com legenda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72000" y="8708214"/>
            <a:ext cx="29011680" cy="182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2"/>
              </a:lnSpc>
            </a:pPr>
            <a:r>
              <a:rPr lang="en-US" sz="5400" b="1" spc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TÍTULO DO TRABALHO ARIAL NEGRITO, TAMANHO 72PT PODENDO SER REDUZIDO PARA ATÉ 60PT, CASO A QUANTIDADE DE TEXTO ULTRAPASSE O ESPAÇO DELIMITADO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02109" y="12718436"/>
            <a:ext cx="14637971" cy="7702279"/>
            <a:chOff x="0" y="-47625"/>
            <a:chExt cx="19517295" cy="10269705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47625"/>
              <a:ext cx="7458655" cy="11146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480"/>
                </a:lnSpc>
              </a:pPr>
              <a:r>
                <a:rPr lang="en-US" sz="6000" b="1" spc="-1" dirty="0">
                  <a:solidFill>
                    <a:srgbClr val="20284D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INTRODUÇÃO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8255" y="1087605"/>
              <a:ext cx="19199040" cy="9134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Apresentar a fundamentação, a justificativa e os objetivos do trabalho. Fonte Arial, tamanho 32pt, podendo ser reduzido para até 24pt, caso a quantidade de texto ultrapasse o espaço delimitado. Apresentar a fundamentação, a justificativa e os objetivos do trabalho. Fonte Arial, tamanho 32pt, podendo ser reduzido para até 24pt, caso a quantidade de texto ultrapasse o espaço delimitado. Apresentar a fundamentação, a justificativa e os objetivos do trabalho. Fonte Arial, tamanho 32pt, podendo ser reduzido para até 24pt, caso a quantidade de texto ultrapasse o espaço delimitado. Apresentar a fundamentação, a justificativa e os objetivos do trabalho. Fonte Arial, tamanho 32pt, podendo ser reduzido para até 24pt, caso a quantidade de texto ultrapasse o espaço delimitado. Apresentar a fundamentação, a justificativa e os objetivos do trabalho. Fonte Arial, tamanho 32pt, podendo ser reduzido para até 24pt, caso a quantidade de texto ultrapasse o espaço delimitado. </a:t>
              </a:r>
            </a:p>
            <a:p>
              <a:pPr algn="just">
                <a:lnSpc>
                  <a:spcPts val="3840"/>
                </a:lnSpc>
              </a:pPr>
              <a:r>
                <a:rPr lang="en-US" sz="3200" spc="-1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até 24pt, caso a quantidade de texto ultrapasse o espaço delimitado. 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02109" y="21205470"/>
            <a:ext cx="14637971" cy="7178145"/>
            <a:chOff x="0" y="0"/>
            <a:chExt cx="19517295" cy="9570860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47625"/>
              <a:ext cx="11961495" cy="1261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80"/>
                </a:lnSpc>
              </a:pPr>
              <a:r>
                <a:rPr lang="en-US" sz="6000" b="1" spc="-1">
                  <a:solidFill>
                    <a:srgbClr val="20284D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MATERIAIS E MÉTODOS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8255" y="1084085"/>
              <a:ext cx="19199040" cy="8486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840"/>
                </a:lnSpc>
              </a:pPr>
              <a:r>
                <a:rPr lang="en-US" sz="3200" spc="-1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Descrever a metodologia aplicada para a realização do trabalho, detalhando etapas que foram realizadas. Corpo do texto Arial regular tamanho 32pt, podendo ser reduzido para até 24pt, caso a quantidade de texto ultrapasse o espaço delimitado. Descrever a metodologia aplicada para a realização do trabalho, detalhando etapas que foram realizadas. Corpo do texto Arial regular tamanho 32pt, podendo ser reduzido para até 24pt, caso a quantidade de texto ultrapasse o espaço delimitado. Descrever a metodologia aplicada para a realização do trabalho, detalhando etapas que foram realizadas. Corpo do texto Arial regular tamanho 32pt, podendo ser reduzido para até 24pt, caso a quantidade de texto ultrapasse o espaço delimitado. Descrever a metodologia aplicada para a realização do trabalho, detalhando etapas que foram realizadas. Corpo do texto Arial regular tamanho 32pt, podendo ser reduzido para até 24pt, caso a quantidade de texto ultrapasse o espaço delimitado. 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02109" y="29164665"/>
            <a:ext cx="14637971" cy="11064345"/>
            <a:chOff x="0" y="0"/>
            <a:chExt cx="19517295" cy="14752460"/>
          </a:xfrm>
        </p:grpSpPr>
        <p:sp>
          <p:nvSpPr>
            <p:cNvPr id="25" name="TextBox 25"/>
            <p:cNvSpPr txBox="1"/>
            <p:nvPr/>
          </p:nvSpPr>
          <p:spPr>
            <a:xfrm>
              <a:off x="0" y="-47625"/>
              <a:ext cx="14341927" cy="1261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80"/>
                </a:lnSpc>
              </a:pPr>
              <a:r>
                <a:rPr lang="en-US" sz="6000" b="1" spc="-1">
                  <a:solidFill>
                    <a:srgbClr val="20284D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RESULTADOS E DISCUSÃO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8255" y="1084085"/>
              <a:ext cx="19199040" cy="13668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840"/>
                </a:lnSpc>
              </a:pPr>
              <a:r>
                <a:rPr lang="en-US" sz="3200" spc="-1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Descrever os resultados obtidos com o trabalho. Corpo do texto Arial tamanho 32pt, podendo ser reduzido para até 24pt, caso a quantidade de texto ultrapasse o espaço delimitado. Descrever os resultados obtidos com o trabalho. Corpo do texto Arial tamanho 32pt, podendo ser reduzido para até 24pt, caso a quantidade de texto ultrapasse o espaço delimitado. Descrever os resultados obtidos com o trabalho. Corpo do texto Arial tamanho 32pt, podendo ser reduzido para até 24pt, caso a quantidade de texto ultrapasse o espaço delimitado. Descrever os resultados obtidos com o trabalho. Corpo do texto Arial tamanho 32pt, podendo ser reduzido para até 24pt, caso a quantidade de texto ultrapasse o espaço delimitado. Descrever os resultados obtidos com o trabalho. Corpo do texto Arial tamanho 32pt, podendo ser reduzido para até 24pt, caso a quantidade de texto ultrapasse o espaço delimitado. Descrever os resultados obtidos com o trabalho. Corpo do texto Arial tamanho 32pt, podendo ser reduzido para até 24pt, caso a quantidade de texto ultrapasse o espaço delimitado. Descrever os resultados obtidos com o trabalho. Corpo do texto Arial tamanho 32pt, podendo ser reduzido para até 24pt, caso a quantidade de texto ultrapasse o espaço delimitado. Descrever os resultados obtidos com o trabalho. Corpo do texto Arial tamanho 32pt, podendo ser reduzido para até 24pt, caso a quantidade de texto ultrapasse o espaço delimitado. Descrever os resultados obtidos com o trabalho. Corpo do texto Arial tamanho 32pt, podendo ser reduzido para até 24pt, caso a quantidade de texto ultrapasse o espaço.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478635" y="22238906"/>
            <a:ext cx="14637971" cy="7663920"/>
            <a:chOff x="0" y="0"/>
            <a:chExt cx="19517295" cy="10218560"/>
          </a:xfrm>
        </p:grpSpPr>
        <p:sp>
          <p:nvSpPr>
            <p:cNvPr id="28" name="TextBox 28"/>
            <p:cNvSpPr txBox="1"/>
            <p:nvPr/>
          </p:nvSpPr>
          <p:spPr>
            <a:xfrm>
              <a:off x="0" y="-47625"/>
              <a:ext cx="11961495" cy="1261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80"/>
                </a:lnSpc>
              </a:pPr>
              <a:r>
                <a:rPr lang="en-US" sz="6000" b="1" spc="-1">
                  <a:solidFill>
                    <a:srgbClr val="20284D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CONCLUSÃO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8255" y="1084085"/>
              <a:ext cx="19199040" cy="9134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840"/>
                </a:lnSpc>
              </a:pPr>
              <a:r>
                <a:rPr lang="en-US" sz="3200" spc="-1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Apresentar, de forma resumida, a conclusão do trabalho. Corpo do texto Arial regular tamanho 32pt, podendo ser reduzido para até 24pt, caso a quantidade de texto ultrapasse o espaço delimitado. Espaçamento simples. Apresentar, de forma resumida, a conclusão do trabalho. Corpo do texto Arial regular tamanho 32pt, podendo ser reduzido para até 24pt, caso a quantidade de texto ultrapasse o espaço delimitado. Espaçamento simples. Apresentar, de forma resumida, a conclusão do trabalho. Corpo do texto Arial regular tamanho 32pt, podendo ser reduzido para até 24pt, caso a quantidade de texto ultrapasse o espaço delimitado. Espaçamento simples. Apresentar, de forma resumida, a conclusão do trabalho. Corpo do texto Arial regular tamanho 32pt, podendo ser reduzido para até 24pt, caso a quantidade de texto ultrapasse o espaço delimitado. Espaçamento simples. Apresentar, de forma resumida, a conclusão do trabalho. Corpo do texto Arial regular tamanho 32pt, podendo ser reduzido para até 24pt, caso a quantidade de texto ultrapasse o espaço delimitado.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478635" y="30683876"/>
            <a:ext cx="14637971" cy="8149695"/>
            <a:chOff x="0" y="0"/>
            <a:chExt cx="19517295" cy="10866260"/>
          </a:xfrm>
        </p:grpSpPr>
        <p:sp>
          <p:nvSpPr>
            <p:cNvPr id="31" name="TextBox 31"/>
            <p:cNvSpPr txBox="1"/>
            <p:nvPr/>
          </p:nvSpPr>
          <p:spPr>
            <a:xfrm>
              <a:off x="0" y="-47625"/>
              <a:ext cx="11961495" cy="1261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80"/>
                </a:lnSpc>
              </a:pPr>
              <a:r>
                <a:rPr lang="en-US" sz="6000" b="1" spc="-1">
                  <a:solidFill>
                    <a:srgbClr val="20284D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REFERÊNCIAS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8255" y="1084085"/>
              <a:ext cx="19199040" cy="9782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840"/>
                </a:lnSpc>
              </a:pPr>
              <a:r>
                <a:rPr lang="en-US" sz="3200" spc="-1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Citar fontes utilizadas no desenvolvimento do trabalho de acordo com as normas da ABNT. Corpo do texto Arial tamanho 32pt, podendo ser reduzido para até 24pt, caso a quantidade de texto ultrapasse o espaço delimitado. Espaçamento simples. Alinhado à esquerda. Citar fontes utilizadas no desenvolvimento do trabalho de acordo com as normas da ABNT. Corpo do texto Arial tamanho 32pt, podendo ser reduzido para até 24pt, caso a quantidade de texto ultrapasse o espaço delimitado. Espaçamento simples. Alinhado à esquerda. Citar fontes utilizadas no desenvolvimento do trabalho de acordo com as normas da ABNT. Corpo do texto Arial tamanho 32pt, podendo ser reduzido para até 24pt, caso a quantidade de texto ultrapasse o espaço delimitado. Espaçamento simples. Alinhado à esquerda. Citar fontes utilizadas no desenvolvimento do trabalho de acordo com as normas da ABNT. Corpo do texto Arial tamanho 32pt, podendo ser reduzido para até 24pt, caso a quantidade de texto ultrapasse o espaço delimitado. Espaçamento simples. Alinhado à esquerda.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 rot="-1609151">
            <a:off x="15803234" y="15730803"/>
            <a:ext cx="15618483" cy="2268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54"/>
              </a:lnSpc>
            </a:pPr>
            <a:r>
              <a:rPr lang="en-US" sz="1325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SUA IMAGEM AQUI</a:t>
            </a:r>
          </a:p>
        </p:txBody>
      </p:sp>
      <p:sp>
        <p:nvSpPr>
          <p:cNvPr id="34" name="Freeform 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8464" y="40716983"/>
            <a:ext cx="7967774" cy="2432080"/>
          </a:xfrm>
          <a:custGeom>
            <a:avLst/>
            <a:gdLst/>
            <a:ahLst/>
            <a:cxnLst/>
            <a:rect l="l" t="t" r="r" b="b"/>
            <a:pathLst>
              <a:path w="7967774" h="2432080">
                <a:moveTo>
                  <a:pt x="0" y="0"/>
                </a:moveTo>
                <a:lnTo>
                  <a:pt x="7967774" y="0"/>
                </a:lnTo>
                <a:lnTo>
                  <a:pt x="7967774" y="2432080"/>
                </a:lnTo>
                <a:lnTo>
                  <a:pt x="0" y="2432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9513" b="-1153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5" name="Freeform 3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73152" y="40390935"/>
            <a:ext cx="5545536" cy="2668780"/>
          </a:xfrm>
          <a:custGeom>
            <a:avLst/>
            <a:gdLst/>
            <a:ahLst/>
            <a:cxnLst/>
            <a:rect l="l" t="t" r="r" b="b"/>
            <a:pathLst>
              <a:path w="5545536" h="2668780">
                <a:moveTo>
                  <a:pt x="0" y="0"/>
                </a:moveTo>
                <a:lnTo>
                  <a:pt x="5545537" y="0"/>
                </a:lnTo>
                <a:lnTo>
                  <a:pt x="5545537" y="2668780"/>
                </a:lnTo>
                <a:lnTo>
                  <a:pt x="0" y="26687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7942" b="-1164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6" name="Freeform 3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295830" y="40633724"/>
            <a:ext cx="4868401" cy="2049853"/>
          </a:xfrm>
          <a:custGeom>
            <a:avLst/>
            <a:gdLst/>
            <a:ahLst/>
            <a:cxnLst/>
            <a:rect l="l" t="t" r="r" b="b"/>
            <a:pathLst>
              <a:path w="4868401" h="2049853">
                <a:moveTo>
                  <a:pt x="0" y="0"/>
                </a:moveTo>
                <a:lnTo>
                  <a:pt x="4868400" y="0"/>
                </a:lnTo>
                <a:lnTo>
                  <a:pt x="4868400" y="2049853"/>
                </a:lnTo>
                <a:lnTo>
                  <a:pt x="0" y="20498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7" name="Freeform 3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074779" y="40267110"/>
            <a:ext cx="2792605" cy="2792605"/>
          </a:xfrm>
          <a:custGeom>
            <a:avLst/>
            <a:gdLst/>
            <a:ahLst/>
            <a:cxnLst/>
            <a:rect l="l" t="t" r="r" b="b"/>
            <a:pathLst>
              <a:path w="2792605" h="2792605">
                <a:moveTo>
                  <a:pt x="0" y="0"/>
                </a:moveTo>
                <a:lnTo>
                  <a:pt x="2792605" y="0"/>
                </a:lnTo>
                <a:lnTo>
                  <a:pt x="2792605" y="2792605"/>
                </a:lnTo>
                <a:lnTo>
                  <a:pt x="0" y="27926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8" name="TextBox 3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132849" y="40878243"/>
            <a:ext cx="4788700" cy="1097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8832" spc="-812" dirty="0">
                <a:solidFill>
                  <a:srgbClr val="7C0002"/>
                </a:solidFill>
                <a:latin typeface="Angelica"/>
                <a:ea typeface="Angelica"/>
                <a:cs typeface="Angelica"/>
                <a:sym typeface="Angelica"/>
              </a:rPr>
              <a:t>DISTRITO</a:t>
            </a:r>
          </a:p>
        </p:txBody>
      </p:sp>
      <p:sp>
        <p:nvSpPr>
          <p:cNvPr id="39" name="TextBox 3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552307" y="41447903"/>
            <a:ext cx="1949783" cy="136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64"/>
              </a:lnSpc>
            </a:pPr>
            <a:r>
              <a:rPr lang="en-US" sz="8046" dirty="0">
                <a:solidFill>
                  <a:srgbClr val="7C0002"/>
                </a:solidFill>
                <a:latin typeface="Alex Brush"/>
                <a:ea typeface="Alex Brush"/>
                <a:cs typeface="Alex Brush"/>
                <a:sym typeface="Alex Brush"/>
              </a:rPr>
              <a:t>028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1098</Words>
  <Application>Microsoft Office PowerPoint</Application>
  <PresentationFormat>Personalizar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13" baseType="lpstr">
      <vt:lpstr>Open Sans Bold</vt:lpstr>
      <vt:lpstr>Alex Brush</vt:lpstr>
      <vt:lpstr>Pathway Gothic One</vt:lpstr>
      <vt:lpstr>Arial</vt:lpstr>
      <vt:lpstr>Angelica</vt:lpstr>
      <vt:lpstr>Arial MT Pro</vt:lpstr>
      <vt:lpstr>TT Rounds Condensed</vt:lpstr>
      <vt:lpstr>Sunset Hill</vt:lpstr>
      <vt:lpstr>Calibri</vt:lpstr>
      <vt:lpstr>Arial MT Pro Bold</vt:lpstr>
      <vt:lpstr>TT Rounds Condensed Bold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último ppt (1).pptx</dc:title>
  <cp:lastModifiedBy>Samuel Silvestre</cp:lastModifiedBy>
  <cp:revision>2</cp:revision>
  <dcterms:created xsi:type="dcterms:W3CDTF">2006-08-16T00:00:00Z</dcterms:created>
  <dcterms:modified xsi:type="dcterms:W3CDTF">2025-09-28T18:51:29Z</dcterms:modified>
  <dc:identifier>DAGSdtYesm4</dc:identifier>
</cp:coreProperties>
</file>