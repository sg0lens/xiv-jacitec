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March Rough" charset="1" panose="02000500000000000000"/>
      <p:regular r:id="rId10"/>
    </p:embeddedFont>
    <p:embeddedFont>
      <p:font typeface="Quicksand Bold" charset="1" panose="00000800000000000000"/>
      <p:regular r:id="rId11"/>
    </p:embeddedFont>
    <p:embeddedFont>
      <p:font typeface="Hammersmith One" charset="1" panose="02010703030501060504"/>
      <p:regular r:id="rId12"/>
    </p:embeddedFont>
    <p:embeddedFont>
      <p:font typeface="Open Sans Bold" charset="1" panose="020B080603050402020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5.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5.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6ECFF">
                <a:alpha val="44500"/>
              </a:srgbClr>
            </a:gs>
            <a:gs pos="100000">
              <a:srgbClr val="F1D0D0">
                <a:alpha val="18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2079360" y="-189388"/>
            <a:ext cx="7862681" cy="8979216"/>
            <a:chOff x="0" y="0"/>
            <a:chExt cx="10483574" cy="11972287"/>
          </a:xfrm>
        </p:grpSpPr>
        <p:sp>
          <p:nvSpPr>
            <p:cNvPr name="TextBox 3" id="3"/>
            <p:cNvSpPr txBox="true"/>
            <p:nvPr/>
          </p:nvSpPr>
          <p:spPr>
            <a:xfrm rot="0">
              <a:off x="28952" y="9277893"/>
              <a:ext cx="10425671" cy="2211338"/>
            </a:xfrm>
            <a:prstGeom prst="rect">
              <a:avLst/>
            </a:prstGeom>
          </p:spPr>
          <p:txBody>
            <a:bodyPr anchor="t" rtlCol="false" tIns="0" lIns="0" bIns="0" rIns="0">
              <a:spAutoFit/>
            </a:bodyPr>
            <a:lstStyle/>
            <a:p>
              <a:pPr algn="ctr">
                <a:lnSpc>
                  <a:spcPts val="13913"/>
                </a:lnSpc>
              </a:pPr>
              <a:r>
                <a:rPr lang="en-US" sz="9938">
                  <a:solidFill>
                    <a:srgbClr val="123A15"/>
                  </a:solidFill>
                  <a:latin typeface="March Rough"/>
                  <a:ea typeface="March Rough"/>
                  <a:cs typeface="March Rough"/>
                  <a:sym typeface="March Rough"/>
                </a:rPr>
                <a:t>XIII Jacitec</a:t>
              </a:r>
            </a:p>
          </p:txBody>
        </p:sp>
        <p:sp>
          <p:nvSpPr>
            <p:cNvPr name="TextBox 4" id="4"/>
            <p:cNvSpPr txBox="true"/>
            <p:nvPr/>
          </p:nvSpPr>
          <p:spPr>
            <a:xfrm rot="0">
              <a:off x="1206902" y="10958549"/>
              <a:ext cx="8069770" cy="1013738"/>
            </a:xfrm>
            <a:prstGeom prst="rect">
              <a:avLst/>
            </a:prstGeom>
          </p:spPr>
          <p:txBody>
            <a:bodyPr anchor="t" rtlCol="false" tIns="0" lIns="0" bIns="0" rIns="0">
              <a:spAutoFit/>
            </a:bodyPr>
            <a:lstStyle/>
            <a:p>
              <a:pPr algn="ctr">
                <a:lnSpc>
                  <a:spcPts val="3076"/>
                </a:lnSpc>
              </a:pPr>
              <a:r>
                <a:rPr lang="en-US" b="true" sz="2197" spc="109">
                  <a:solidFill>
                    <a:srgbClr val="123A15"/>
                  </a:solidFill>
                  <a:latin typeface="Quicksand Bold"/>
                  <a:ea typeface="Quicksand Bold"/>
                  <a:cs typeface="Quicksand Bold"/>
                  <a:sym typeface="Quicksand Bold"/>
                </a:rPr>
                <a:t>Biomas do Brasil: diversidade, saberes e tecnologias sociais”. </a:t>
              </a:r>
            </a:p>
          </p:txBody>
        </p:sp>
        <p:sp>
          <p:nvSpPr>
            <p:cNvPr name="Freeform 5" id="5"/>
            <p:cNvSpPr/>
            <p:nvPr/>
          </p:nvSpPr>
          <p:spPr>
            <a:xfrm flipH="false" flipV="false" rot="0">
              <a:off x="0" y="0"/>
              <a:ext cx="10483574" cy="10483574"/>
            </a:xfrm>
            <a:custGeom>
              <a:avLst/>
              <a:gdLst/>
              <a:ahLst/>
              <a:cxnLst/>
              <a:rect r="r" b="b" t="t" l="l"/>
              <a:pathLst>
                <a:path h="10483574" w="10483574">
                  <a:moveTo>
                    <a:pt x="0" y="0"/>
                  </a:moveTo>
                  <a:lnTo>
                    <a:pt x="10483574" y="0"/>
                  </a:lnTo>
                  <a:lnTo>
                    <a:pt x="10483574" y="10483574"/>
                  </a:lnTo>
                  <a:lnTo>
                    <a:pt x="0" y="10483574"/>
                  </a:lnTo>
                  <a:lnTo>
                    <a:pt x="0" y="0"/>
                  </a:lnTo>
                  <a:close/>
                </a:path>
              </a:pathLst>
            </a:custGeom>
            <a:blipFill>
              <a:blip r:embed="rId2"/>
              <a:stretch>
                <a:fillRect l="0" t="0" r="0" b="0"/>
              </a:stretch>
            </a:blipFill>
          </p:spPr>
        </p:sp>
      </p:grpSp>
      <p:sp>
        <p:nvSpPr>
          <p:cNvPr name="AutoShape 6" id="6"/>
          <p:cNvSpPr/>
          <p:nvPr/>
        </p:nvSpPr>
        <p:spPr>
          <a:xfrm>
            <a:off x="10162044" y="5999162"/>
            <a:ext cx="6492240" cy="0"/>
          </a:xfrm>
          <a:prstGeom prst="line">
            <a:avLst/>
          </a:prstGeom>
          <a:ln cap="flat" w="38100">
            <a:solidFill>
              <a:srgbClr val="359830">
                <a:alpha val="51765"/>
              </a:srgbClr>
            </a:solidFill>
            <a:prstDash val="solid"/>
            <a:headEnd type="diamond" len="lg" w="lg"/>
            <a:tailEnd type="diamond" len="lg" w="lg"/>
          </a:ln>
        </p:spPr>
      </p:sp>
      <p:sp>
        <p:nvSpPr>
          <p:cNvPr name="AutoShape 7" id="7"/>
          <p:cNvSpPr/>
          <p:nvPr/>
        </p:nvSpPr>
        <p:spPr>
          <a:xfrm>
            <a:off x="10162044" y="6665277"/>
            <a:ext cx="6492240" cy="0"/>
          </a:xfrm>
          <a:prstGeom prst="line">
            <a:avLst/>
          </a:prstGeom>
          <a:ln cap="flat" w="38100">
            <a:solidFill>
              <a:srgbClr val="359830">
                <a:alpha val="51765"/>
              </a:srgbClr>
            </a:solidFill>
            <a:prstDash val="solid"/>
            <a:headEnd type="diamond" len="lg" w="lg"/>
            <a:tailEnd type="diamond" len="lg" w="lg"/>
          </a:ln>
        </p:spPr>
      </p:sp>
      <p:sp>
        <p:nvSpPr>
          <p:cNvPr name="TextBox 8" id="8"/>
          <p:cNvSpPr txBox="true"/>
          <p:nvPr/>
        </p:nvSpPr>
        <p:spPr>
          <a:xfrm rot="0">
            <a:off x="9557028" y="3431223"/>
            <a:ext cx="7702272" cy="1566544"/>
          </a:xfrm>
          <a:prstGeom prst="rect">
            <a:avLst/>
          </a:prstGeom>
        </p:spPr>
        <p:txBody>
          <a:bodyPr anchor="t" rtlCol="false" tIns="0" lIns="0" bIns="0" rIns="0">
            <a:spAutoFit/>
          </a:bodyPr>
          <a:lstStyle/>
          <a:p>
            <a:pPr algn="ctr">
              <a:lnSpc>
                <a:spcPts val="12880"/>
              </a:lnSpc>
            </a:pPr>
            <a:r>
              <a:rPr lang="en-US" sz="9200">
                <a:solidFill>
                  <a:srgbClr val="123A15"/>
                </a:solidFill>
                <a:latin typeface="Hammersmith One"/>
                <a:ea typeface="Hammersmith One"/>
                <a:cs typeface="Hammersmith One"/>
                <a:sym typeface="Hammersmith One"/>
              </a:rPr>
              <a:t>Tipo Atividade</a:t>
            </a:r>
          </a:p>
        </p:txBody>
      </p:sp>
      <p:sp>
        <p:nvSpPr>
          <p:cNvPr name="TextBox 9" id="9"/>
          <p:cNvSpPr txBox="true"/>
          <p:nvPr/>
        </p:nvSpPr>
        <p:spPr>
          <a:xfrm rot="0">
            <a:off x="10516195" y="4883467"/>
            <a:ext cx="5783937" cy="887095"/>
          </a:xfrm>
          <a:prstGeom prst="rect">
            <a:avLst/>
          </a:prstGeom>
        </p:spPr>
        <p:txBody>
          <a:bodyPr anchor="t" rtlCol="false" tIns="0" lIns="0" bIns="0" rIns="0">
            <a:spAutoFit/>
          </a:bodyPr>
          <a:lstStyle/>
          <a:p>
            <a:pPr algn="ctr">
              <a:lnSpc>
                <a:spcPts val="7279"/>
              </a:lnSpc>
            </a:pPr>
            <a:r>
              <a:rPr lang="en-US" sz="5199">
                <a:solidFill>
                  <a:srgbClr val="123A15"/>
                </a:solidFill>
                <a:latin typeface="Hammersmith One"/>
                <a:ea typeface="Hammersmith One"/>
                <a:cs typeface="Hammersmith One"/>
                <a:sym typeface="Hammersmith One"/>
              </a:rPr>
              <a:t>Título da Atividade</a:t>
            </a:r>
          </a:p>
        </p:txBody>
      </p:sp>
      <p:sp>
        <p:nvSpPr>
          <p:cNvPr name="TextBox 10" id="10"/>
          <p:cNvSpPr txBox="true"/>
          <p:nvPr/>
        </p:nvSpPr>
        <p:spPr>
          <a:xfrm rot="0">
            <a:off x="11607998" y="6065837"/>
            <a:ext cx="3600331" cy="580390"/>
          </a:xfrm>
          <a:prstGeom prst="rect">
            <a:avLst/>
          </a:prstGeom>
        </p:spPr>
        <p:txBody>
          <a:bodyPr anchor="t" rtlCol="false" tIns="0" lIns="0" bIns="0" rIns="0">
            <a:spAutoFit/>
          </a:bodyPr>
          <a:lstStyle/>
          <a:p>
            <a:pPr algn="ctr">
              <a:lnSpc>
                <a:spcPts val="4759"/>
              </a:lnSpc>
            </a:pPr>
            <a:r>
              <a:rPr lang="en-US" sz="3399">
                <a:solidFill>
                  <a:srgbClr val="123A15"/>
                </a:solidFill>
                <a:latin typeface="Hammersmith One"/>
                <a:ea typeface="Hammersmith One"/>
                <a:cs typeface="Hammersmith One"/>
                <a:sym typeface="Hammersmith One"/>
              </a:rPr>
              <a:t>Nome Palestrante</a:t>
            </a:r>
          </a:p>
        </p:txBody>
      </p:sp>
      <p:grpSp>
        <p:nvGrpSpPr>
          <p:cNvPr name="Group 11" id="11"/>
          <p:cNvGrpSpPr/>
          <p:nvPr/>
        </p:nvGrpSpPr>
        <p:grpSpPr>
          <a:xfrm rot="0">
            <a:off x="2563736" y="9046691"/>
            <a:ext cx="11563137" cy="1407229"/>
            <a:chOff x="0" y="0"/>
            <a:chExt cx="15417516" cy="1876306"/>
          </a:xfrm>
        </p:grpSpPr>
        <p:sp>
          <p:nvSpPr>
            <p:cNvPr name="Freeform 12" id="12"/>
            <p:cNvSpPr/>
            <p:nvPr/>
          </p:nvSpPr>
          <p:spPr>
            <a:xfrm flipH="false" flipV="false" rot="0">
              <a:off x="0" y="0"/>
              <a:ext cx="4690764" cy="1876306"/>
            </a:xfrm>
            <a:custGeom>
              <a:avLst/>
              <a:gdLst/>
              <a:ahLst/>
              <a:cxnLst/>
              <a:rect r="r" b="b" t="t" l="l"/>
              <a:pathLst>
                <a:path h="1876306" w="4690764">
                  <a:moveTo>
                    <a:pt x="0" y="0"/>
                  </a:moveTo>
                  <a:lnTo>
                    <a:pt x="4690764" y="0"/>
                  </a:lnTo>
                  <a:lnTo>
                    <a:pt x="4690764" y="1876306"/>
                  </a:lnTo>
                  <a:lnTo>
                    <a:pt x="0" y="1876306"/>
                  </a:lnTo>
                  <a:lnTo>
                    <a:pt x="0" y="0"/>
                  </a:lnTo>
                  <a:close/>
                </a:path>
              </a:pathLst>
            </a:custGeom>
            <a:blipFill>
              <a:blip r:embed="rId3"/>
              <a:stretch>
                <a:fillRect l="0" t="0" r="0" b="0"/>
              </a:stretch>
            </a:blipFill>
          </p:spPr>
        </p:sp>
        <p:sp>
          <p:nvSpPr>
            <p:cNvPr name="Freeform 13" id="13"/>
            <p:cNvSpPr/>
            <p:nvPr/>
          </p:nvSpPr>
          <p:spPr>
            <a:xfrm flipH="false" flipV="false" rot="0">
              <a:off x="10728831" y="518233"/>
              <a:ext cx="2373574" cy="901533"/>
            </a:xfrm>
            <a:custGeom>
              <a:avLst/>
              <a:gdLst/>
              <a:ahLst/>
              <a:cxnLst/>
              <a:rect r="r" b="b" t="t" l="l"/>
              <a:pathLst>
                <a:path h="901533" w="2373574">
                  <a:moveTo>
                    <a:pt x="0" y="0"/>
                  </a:moveTo>
                  <a:lnTo>
                    <a:pt x="2373574" y="0"/>
                  </a:lnTo>
                  <a:lnTo>
                    <a:pt x="2373574" y="901532"/>
                  </a:lnTo>
                  <a:lnTo>
                    <a:pt x="0" y="901532"/>
                  </a:lnTo>
                  <a:lnTo>
                    <a:pt x="0" y="0"/>
                  </a:lnTo>
                  <a:close/>
                </a:path>
              </a:pathLst>
            </a:custGeom>
            <a:blipFill>
              <a:blip r:embed="rId4"/>
              <a:stretch>
                <a:fillRect l="-102011" t="-11991" r="-125813" b="-13428"/>
              </a:stretch>
            </a:blipFill>
          </p:spPr>
        </p:sp>
        <p:sp>
          <p:nvSpPr>
            <p:cNvPr name="Freeform 14" id="14"/>
            <p:cNvSpPr/>
            <p:nvPr/>
          </p:nvSpPr>
          <p:spPr>
            <a:xfrm flipH="false" flipV="false" rot="0">
              <a:off x="13132633" y="464181"/>
              <a:ext cx="2284883" cy="1009636"/>
            </a:xfrm>
            <a:custGeom>
              <a:avLst/>
              <a:gdLst/>
              <a:ahLst/>
              <a:cxnLst/>
              <a:rect r="r" b="b" t="t" l="l"/>
              <a:pathLst>
                <a:path h="1009636" w="2284883">
                  <a:moveTo>
                    <a:pt x="0" y="0"/>
                  </a:moveTo>
                  <a:lnTo>
                    <a:pt x="2284883" y="0"/>
                  </a:lnTo>
                  <a:lnTo>
                    <a:pt x="2284883" y="1009636"/>
                  </a:lnTo>
                  <a:lnTo>
                    <a:pt x="0" y="1009636"/>
                  </a:lnTo>
                  <a:lnTo>
                    <a:pt x="0" y="0"/>
                  </a:lnTo>
                  <a:close/>
                </a:path>
              </a:pathLst>
            </a:custGeom>
            <a:blipFill>
              <a:blip r:embed="rId4"/>
              <a:stretch>
                <a:fillRect l="-204086" t="0" r="0" b="0"/>
              </a:stretch>
            </a:blipFill>
          </p:spPr>
        </p:sp>
        <p:sp>
          <p:nvSpPr>
            <p:cNvPr name="Freeform 15" id="15"/>
            <p:cNvSpPr/>
            <p:nvPr/>
          </p:nvSpPr>
          <p:spPr>
            <a:xfrm flipH="false" flipV="false" rot="0">
              <a:off x="7622062" y="279687"/>
              <a:ext cx="3063358" cy="1316932"/>
            </a:xfrm>
            <a:custGeom>
              <a:avLst/>
              <a:gdLst/>
              <a:ahLst/>
              <a:cxnLst/>
              <a:rect r="r" b="b" t="t" l="l"/>
              <a:pathLst>
                <a:path h="1316932" w="3063358">
                  <a:moveTo>
                    <a:pt x="0" y="0"/>
                  </a:moveTo>
                  <a:lnTo>
                    <a:pt x="3063358" y="0"/>
                  </a:lnTo>
                  <a:lnTo>
                    <a:pt x="3063358" y="1316932"/>
                  </a:lnTo>
                  <a:lnTo>
                    <a:pt x="0" y="1316932"/>
                  </a:lnTo>
                  <a:lnTo>
                    <a:pt x="0" y="0"/>
                  </a:lnTo>
                  <a:close/>
                </a:path>
              </a:pathLst>
            </a:custGeom>
            <a:blipFill>
              <a:blip r:embed="rId5"/>
              <a:stretch>
                <a:fillRect l="0" t="0" r="0" b="0"/>
              </a:stretch>
            </a:blipFill>
          </p:spPr>
        </p:sp>
        <p:sp>
          <p:nvSpPr>
            <p:cNvPr name="Freeform 16" id="16"/>
            <p:cNvSpPr/>
            <p:nvPr/>
          </p:nvSpPr>
          <p:spPr>
            <a:xfrm flipH="false" flipV="false" rot="0">
              <a:off x="4775969" y="556137"/>
              <a:ext cx="2481487" cy="764031"/>
            </a:xfrm>
            <a:custGeom>
              <a:avLst/>
              <a:gdLst/>
              <a:ahLst/>
              <a:cxnLst/>
              <a:rect r="r" b="b" t="t" l="l"/>
              <a:pathLst>
                <a:path h="764031" w="2481487">
                  <a:moveTo>
                    <a:pt x="0" y="0"/>
                  </a:moveTo>
                  <a:lnTo>
                    <a:pt x="2481487" y="0"/>
                  </a:lnTo>
                  <a:lnTo>
                    <a:pt x="2481487" y="764031"/>
                  </a:lnTo>
                  <a:lnTo>
                    <a:pt x="0" y="764031"/>
                  </a:lnTo>
                  <a:lnTo>
                    <a:pt x="0" y="0"/>
                  </a:lnTo>
                  <a:close/>
                </a:path>
              </a:pathLst>
            </a:custGeom>
            <a:blipFill>
              <a:blip r:embed="rId6"/>
              <a:stretch>
                <a:fillRect l="0" t="0" r="0" b="0"/>
              </a:stretch>
            </a:blipFill>
          </p:spPr>
        </p:sp>
        <p:sp>
          <p:nvSpPr>
            <p:cNvPr name="TextBox 17" id="17"/>
            <p:cNvSpPr txBox="true"/>
            <p:nvPr/>
          </p:nvSpPr>
          <p:spPr>
            <a:xfrm rot="0">
              <a:off x="4785422" y="186226"/>
              <a:ext cx="1286403" cy="229562"/>
            </a:xfrm>
            <a:prstGeom prst="rect">
              <a:avLst/>
            </a:prstGeom>
          </p:spPr>
          <p:txBody>
            <a:bodyPr anchor="t" rtlCol="false" tIns="0" lIns="0" bIns="0" rIns="0">
              <a:spAutoFit/>
            </a:bodyPr>
            <a:lstStyle/>
            <a:p>
              <a:pPr algn="ctr">
                <a:lnSpc>
                  <a:spcPts val="1451"/>
                </a:lnSpc>
              </a:pPr>
              <a:r>
                <a:rPr lang="en-US" sz="1036">
                  <a:solidFill>
                    <a:srgbClr val="000000"/>
                  </a:solidFill>
                  <a:latin typeface="Hammersmith One"/>
                  <a:ea typeface="Hammersmith One"/>
                  <a:cs typeface="Hammersmith One"/>
                  <a:sym typeface="Hammersmith One"/>
                </a:rPr>
                <a:t>PATROCINADOR:</a:t>
              </a:r>
            </a:p>
          </p:txBody>
        </p:sp>
      </p:grpSp>
      <p:sp>
        <p:nvSpPr>
          <p:cNvPr name="TextBox 18" id="18"/>
          <p:cNvSpPr txBox="true"/>
          <p:nvPr/>
        </p:nvSpPr>
        <p:spPr>
          <a:xfrm rot="0">
            <a:off x="2752212" y="9181598"/>
            <a:ext cx="756772" cy="176934"/>
          </a:xfrm>
          <a:prstGeom prst="rect">
            <a:avLst/>
          </a:prstGeom>
        </p:spPr>
        <p:txBody>
          <a:bodyPr anchor="t" rtlCol="false" tIns="0" lIns="0" bIns="0" rIns="0">
            <a:spAutoFit/>
          </a:bodyPr>
          <a:lstStyle/>
          <a:p>
            <a:pPr algn="ctr">
              <a:lnSpc>
                <a:spcPts val="1451"/>
              </a:lnSpc>
            </a:pPr>
            <a:r>
              <a:rPr lang="en-US" sz="1036">
                <a:solidFill>
                  <a:srgbClr val="000000"/>
                </a:solidFill>
                <a:latin typeface="Hammersmith One"/>
                <a:ea typeface="Hammersmith One"/>
                <a:cs typeface="Hammersmith One"/>
                <a:sym typeface="Hammersmith One"/>
              </a:rPr>
              <a:t>REALIZAÇÃO:</a:t>
            </a:r>
          </a:p>
        </p:txBody>
      </p:sp>
      <p:grpSp>
        <p:nvGrpSpPr>
          <p:cNvPr name="Group 19" id="19"/>
          <p:cNvGrpSpPr/>
          <p:nvPr/>
        </p:nvGrpSpPr>
        <p:grpSpPr>
          <a:xfrm rot="0">
            <a:off x="-14390486" y="-5653903"/>
            <a:ext cx="16705906" cy="21594805"/>
            <a:chOff x="0" y="0"/>
            <a:chExt cx="20260612" cy="26189779"/>
          </a:xfrm>
        </p:grpSpPr>
        <p:sp>
          <p:nvSpPr>
            <p:cNvPr name="Freeform 20" id="20"/>
            <p:cNvSpPr/>
            <p:nvPr/>
          </p:nvSpPr>
          <p:spPr>
            <a:xfrm flipH="false" flipV="false" rot="0">
              <a:off x="-48044" y="-37490"/>
              <a:ext cx="20356688" cy="26273154"/>
            </a:xfrm>
            <a:custGeom>
              <a:avLst/>
              <a:gdLst/>
              <a:ahLst/>
              <a:cxnLst/>
              <a:rect r="r" b="b" t="t" l="l"/>
              <a:pathLst>
                <a:path h="26273154" w="20356688">
                  <a:moveTo>
                    <a:pt x="6595261" y="900603"/>
                  </a:moveTo>
                  <a:cubicBezTo>
                    <a:pt x="7058500" y="154638"/>
                    <a:pt x="7843639" y="0"/>
                    <a:pt x="8533959" y="230437"/>
                  </a:cubicBezTo>
                  <a:lnTo>
                    <a:pt x="9562549" y="747907"/>
                  </a:lnTo>
                  <a:cubicBezTo>
                    <a:pt x="9958562" y="947125"/>
                    <a:pt x="10398139" y="947125"/>
                    <a:pt x="10794151" y="747907"/>
                  </a:cubicBezTo>
                  <a:lnTo>
                    <a:pt x="11822742" y="230437"/>
                  </a:lnTo>
                  <a:cubicBezTo>
                    <a:pt x="12513061" y="0"/>
                    <a:pt x="13298201" y="154638"/>
                    <a:pt x="13761440" y="900603"/>
                  </a:cubicBezTo>
                  <a:lnTo>
                    <a:pt x="14451678" y="2012179"/>
                  </a:lnTo>
                  <a:cubicBezTo>
                    <a:pt x="14717440" y="2440146"/>
                    <a:pt x="15098138" y="2723687"/>
                    <a:pt x="15518318" y="2806602"/>
                  </a:cubicBezTo>
                  <a:lnTo>
                    <a:pt x="16609635" y="3021975"/>
                  </a:lnTo>
                  <a:cubicBezTo>
                    <a:pt x="17342057" y="3166515"/>
                    <a:pt x="17916851" y="3908036"/>
                    <a:pt x="18028852" y="4852907"/>
                  </a:cubicBezTo>
                  <a:lnTo>
                    <a:pt x="18195798" y="6260778"/>
                  </a:lnTo>
                  <a:cubicBezTo>
                    <a:pt x="18260066" y="6802825"/>
                    <a:pt x="18479855" y="7293936"/>
                    <a:pt x="18811599" y="7636760"/>
                  </a:cubicBezTo>
                  <a:lnTo>
                    <a:pt x="19673243" y="8527212"/>
                  </a:lnTo>
                  <a:cubicBezTo>
                    <a:pt x="20251521" y="9124821"/>
                    <a:pt x="20356688" y="10137753"/>
                    <a:pt x="20192724" y="11028259"/>
                  </a:cubicBezTo>
                  <a:lnTo>
                    <a:pt x="19791645" y="12355207"/>
                  </a:lnTo>
                  <a:cubicBezTo>
                    <a:pt x="19637219" y="12866106"/>
                    <a:pt x="19637219" y="13433207"/>
                    <a:pt x="19791645" y="13944106"/>
                  </a:cubicBezTo>
                  <a:lnTo>
                    <a:pt x="20192724" y="15271055"/>
                  </a:lnTo>
                  <a:cubicBezTo>
                    <a:pt x="20356688" y="16161611"/>
                    <a:pt x="20251521" y="17174492"/>
                    <a:pt x="19673243" y="17772101"/>
                  </a:cubicBezTo>
                  <a:lnTo>
                    <a:pt x="18811599" y="18662553"/>
                  </a:lnTo>
                  <a:cubicBezTo>
                    <a:pt x="18479855" y="19005377"/>
                    <a:pt x="18260066" y="19496488"/>
                    <a:pt x="18195798" y="20038536"/>
                  </a:cubicBezTo>
                  <a:lnTo>
                    <a:pt x="18028852" y="21446406"/>
                  </a:lnTo>
                  <a:cubicBezTo>
                    <a:pt x="17916809" y="22391277"/>
                    <a:pt x="17342057" y="23132798"/>
                    <a:pt x="16609635" y="23277338"/>
                  </a:cubicBezTo>
                  <a:lnTo>
                    <a:pt x="15518278" y="23492711"/>
                  </a:lnTo>
                  <a:cubicBezTo>
                    <a:pt x="15098110" y="23575630"/>
                    <a:pt x="14717425" y="23859171"/>
                    <a:pt x="14451678" y="24287135"/>
                  </a:cubicBezTo>
                  <a:lnTo>
                    <a:pt x="13761440" y="25398709"/>
                  </a:lnTo>
                  <a:cubicBezTo>
                    <a:pt x="13298201" y="26144727"/>
                    <a:pt x="12513061" y="26273154"/>
                    <a:pt x="11822742" y="26068875"/>
                  </a:cubicBezTo>
                  <a:lnTo>
                    <a:pt x="10794151" y="25551406"/>
                  </a:lnTo>
                  <a:cubicBezTo>
                    <a:pt x="10398139" y="25352187"/>
                    <a:pt x="9958562" y="25352187"/>
                    <a:pt x="9562549" y="25551406"/>
                  </a:cubicBezTo>
                  <a:lnTo>
                    <a:pt x="8533958" y="26068875"/>
                  </a:lnTo>
                  <a:cubicBezTo>
                    <a:pt x="7843639" y="26273154"/>
                    <a:pt x="7058500" y="26144727"/>
                    <a:pt x="6595261" y="25398709"/>
                  </a:cubicBezTo>
                  <a:lnTo>
                    <a:pt x="5905022" y="24287135"/>
                  </a:lnTo>
                  <a:cubicBezTo>
                    <a:pt x="5639275" y="23859171"/>
                    <a:pt x="5258590" y="23575630"/>
                    <a:pt x="4838423" y="23492711"/>
                  </a:cubicBezTo>
                  <a:lnTo>
                    <a:pt x="3747064" y="23277338"/>
                  </a:lnTo>
                  <a:cubicBezTo>
                    <a:pt x="3014643" y="23132798"/>
                    <a:pt x="2439850" y="22391277"/>
                    <a:pt x="2327849" y="21446406"/>
                  </a:cubicBezTo>
                  <a:lnTo>
                    <a:pt x="2160901" y="20038536"/>
                  </a:lnTo>
                  <a:cubicBezTo>
                    <a:pt x="2096631" y="19496490"/>
                    <a:pt x="1876842" y="19005382"/>
                    <a:pt x="1545100" y="18662553"/>
                  </a:cubicBezTo>
                  <a:lnTo>
                    <a:pt x="683417" y="17772101"/>
                  </a:lnTo>
                  <a:cubicBezTo>
                    <a:pt x="105179" y="17174492"/>
                    <a:pt x="13" y="16161611"/>
                    <a:pt x="163935" y="15271053"/>
                  </a:cubicBezTo>
                  <a:lnTo>
                    <a:pt x="565014" y="13944105"/>
                  </a:lnTo>
                  <a:cubicBezTo>
                    <a:pt x="719437" y="13433204"/>
                    <a:pt x="719437" y="12866106"/>
                    <a:pt x="565014" y="12355206"/>
                  </a:cubicBezTo>
                  <a:lnTo>
                    <a:pt x="163935" y="11028258"/>
                  </a:lnTo>
                  <a:cubicBezTo>
                    <a:pt x="0" y="10137753"/>
                    <a:pt x="105138" y="9124820"/>
                    <a:pt x="683417" y="8527212"/>
                  </a:cubicBezTo>
                  <a:lnTo>
                    <a:pt x="1545060" y="7636759"/>
                  </a:lnTo>
                  <a:cubicBezTo>
                    <a:pt x="1876802" y="7293932"/>
                    <a:pt x="2096591" y="6802823"/>
                    <a:pt x="2160861" y="6260777"/>
                  </a:cubicBezTo>
                  <a:lnTo>
                    <a:pt x="2327809" y="4852906"/>
                  </a:lnTo>
                  <a:cubicBezTo>
                    <a:pt x="2439809" y="3908036"/>
                    <a:pt x="3014603" y="3166515"/>
                    <a:pt x="3747024" y="3021974"/>
                  </a:cubicBezTo>
                  <a:lnTo>
                    <a:pt x="4838382" y="2806601"/>
                  </a:lnTo>
                  <a:cubicBezTo>
                    <a:pt x="5258549" y="2723678"/>
                    <a:pt x="5639231" y="2440139"/>
                    <a:pt x="5904981" y="2012178"/>
                  </a:cubicBezTo>
                  <a:close/>
                </a:path>
              </a:pathLst>
            </a:custGeom>
            <a:blipFill>
              <a:blip r:embed="rId7"/>
              <a:stretch>
                <a:fillRect l="-36021" t="0" r="-36021"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6ECFF">
                <a:alpha val="44500"/>
              </a:srgbClr>
            </a:gs>
            <a:gs pos="100000">
              <a:srgbClr val="F1D0D0">
                <a:alpha val="18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12883610" y="-5653903"/>
            <a:ext cx="16705906" cy="21594805"/>
            <a:chOff x="0" y="0"/>
            <a:chExt cx="20260612" cy="26189779"/>
          </a:xfrm>
        </p:grpSpPr>
        <p:sp>
          <p:nvSpPr>
            <p:cNvPr name="Freeform 3" id="3"/>
            <p:cNvSpPr/>
            <p:nvPr/>
          </p:nvSpPr>
          <p:spPr>
            <a:xfrm flipH="false" flipV="false" rot="0">
              <a:off x="-48044" y="-37490"/>
              <a:ext cx="20356688" cy="26273154"/>
            </a:xfrm>
            <a:custGeom>
              <a:avLst/>
              <a:gdLst/>
              <a:ahLst/>
              <a:cxnLst/>
              <a:rect r="r" b="b" t="t" l="l"/>
              <a:pathLst>
                <a:path h="26273154" w="20356688">
                  <a:moveTo>
                    <a:pt x="6595261" y="900603"/>
                  </a:moveTo>
                  <a:cubicBezTo>
                    <a:pt x="7058500" y="154638"/>
                    <a:pt x="7843639" y="0"/>
                    <a:pt x="8533959" y="230437"/>
                  </a:cubicBezTo>
                  <a:lnTo>
                    <a:pt x="9562549" y="747907"/>
                  </a:lnTo>
                  <a:cubicBezTo>
                    <a:pt x="9958562" y="947125"/>
                    <a:pt x="10398139" y="947125"/>
                    <a:pt x="10794151" y="747907"/>
                  </a:cubicBezTo>
                  <a:lnTo>
                    <a:pt x="11822742" y="230437"/>
                  </a:lnTo>
                  <a:cubicBezTo>
                    <a:pt x="12513061" y="0"/>
                    <a:pt x="13298201" y="154638"/>
                    <a:pt x="13761440" y="900603"/>
                  </a:cubicBezTo>
                  <a:lnTo>
                    <a:pt x="14451678" y="2012179"/>
                  </a:lnTo>
                  <a:cubicBezTo>
                    <a:pt x="14717440" y="2440146"/>
                    <a:pt x="15098138" y="2723687"/>
                    <a:pt x="15518318" y="2806602"/>
                  </a:cubicBezTo>
                  <a:lnTo>
                    <a:pt x="16609635" y="3021975"/>
                  </a:lnTo>
                  <a:cubicBezTo>
                    <a:pt x="17342057" y="3166515"/>
                    <a:pt x="17916851" y="3908036"/>
                    <a:pt x="18028852" y="4852907"/>
                  </a:cubicBezTo>
                  <a:lnTo>
                    <a:pt x="18195798" y="6260778"/>
                  </a:lnTo>
                  <a:cubicBezTo>
                    <a:pt x="18260066" y="6802825"/>
                    <a:pt x="18479855" y="7293936"/>
                    <a:pt x="18811599" y="7636760"/>
                  </a:cubicBezTo>
                  <a:lnTo>
                    <a:pt x="19673243" y="8527212"/>
                  </a:lnTo>
                  <a:cubicBezTo>
                    <a:pt x="20251521" y="9124821"/>
                    <a:pt x="20356688" y="10137753"/>
                    <a:pt x="20192724" y="11028259"/>
                  </a:cubicBezTo>
                  <a:lnTo>
                    <a:pt x="19791645" y="12355207"/>
                  </a:lnTo>
                  <a:cubicBezTo>
                    <a:pt x="19637219" y="12866106"/>
                    <a:pt x="19637219" y="13433207"/>
                    <a:pt x="19791645" y="13944106"/>
                  </a:cubicBezTo>
                  <a:lnTo>
                    <a:pt x="20192724" y="15271055"/>
                  </a:lnTo>
                  <a:cubicBezTo>
                    <a:pt x="20356688" y="16161611"/>
                    <a:pt x="20251521" y="17174492"/>
                    <a:pt x="19673243" y="17772101"/>
                  </a:cubicBezTo>
                  <a:lnTo>
                    <a:pt x="18811599" y="18662553"/>
                  </a:lnTo>
                  <a:cubicBezTo>
                    <a:pt x="18479855" y="19005377"/>
                    <a:pt x="18260066" y="19496488"/>
                    <a:pt x="18195798" y="20038536"/>
                  </a:cubicBezTo>
                  <a:lnTo>
                    <a:pt x="18028852" y="21446406"/>
                  </a:lnTo>
                  <a:cubicBezTo>
                    <a:pt x="17916809" y="22391277"/>
                    <a:pt x="17342057" y="23132798"/>
                    <a:pt x="16609635" y="23277338"/>
                  </a:cubicBezTo>
                  <a:lnTo>
                    <a:pt x="15518278" y="23492711"/>
                  </a:lnTo>
                  <a:cubicBezTo>
                    <a:pt x="15098110" y="23575630"/>
                    <a:pt x="14717425" y="23859171"/>
                    <a:pt x="14451678" y="24287135"/>
                  </a:cubicBezTo>
                  <a:lnTo>
                    <a:pt x="13761440" y="25398709"/>
                  </a:lnTo>
                  <a:cubicBezTo>
                    <a:pt x="13298201" y="26144727"/>
                    <a:pt x="12513061" y="26273154"/>
                    <a:pt x="11822742" y="26068875"/>
                  </a:cubicBezTo>
                  <a:lnTo>
                    <a:pt x="10794151" y="25551406"/>
                  </a:lnTo>
                  <a:cubicBezTo>
                    <a:pt x="10398139" y="25352187"/>
                    <a:pt x="9958562" y="25352187"/>
                    <a:pt x="9562549" y="25551406"/>
                  </a:cubicBezTo>
                  <a:lnTo>
                    <a:pt x="8533958" y="26068875"/>
                  </a:lnTo>
                  <a:cubicBezTo>
                    <a:pt x="7843639" y="26273154"/>
                    <a:pt x="7058500" y="26144727"/>
                    <a:pt x="6595261" y="25398709"/>
                  </a:cubicBezTo>
                  <a:lnTo>
                    <a:pt x="5905022" y="24287135"/>
                  </a:lnTo>
                  <a:cubicBezTo>
                    <a:pt x="5639275" y="23859171"/>
                    <a:pt x="5258590" y="23575630"/>
                    <a:pt x="4838423" y="23492711"/>
                  </a:cubicBezTo>
                  <a:lnTo>
                    <a:pt x="3747064" y="23277338"/>
                  </a:lnTo>
                  <a:cubicBezTo>
                    <a:pt x="3014643" y="23132798"/>
                    <a:pt x="2439850" y="22391277"/>
                    <a:pt x="2327849" y="21446406"/>
                  </a:cubicBezTo>
                  <a:lnTo>
                    <a:pt x="2160901" y="20038536"/>
                  </a:lnTo>
                  <a:cubicBezTo>
                    <a:pt x="2096631" y="19496490"/>
                    <a:pt x="1876842" y="19005382"/>
                    <a:pt x="1545100" y="18662553"/>
                  </a:cubicBezTo>
                  <a:lnTo>
                    <a:pt x="683417" y="17772101"/>
                  </a:lnTo>
                  <a:cubicBezTo>
                    <a:pt x="105179" y="17174492"/>
                    <a:pt x="13" y="16161611"/>
                    <a:pt x="163935" y="15271053"/>
                  </a:cubicBezTo>
                  <a:lnTo>
                    <a:pt x="565014" y="13944105"/>
                  </a:lnTo>
                  <a:cubicBezTo>
                    <a:pt x="719437" y="13433204"/>
                    <a:pt x="719437" y="12866106"/>
                    <a:pt x="565014" y="12355206"/>
                  </a:cubicBezTo>
                  <a:lnTo>
                    <a:pt x="163935" y="11028258"/>
                  </a:lnTo>
                  <a:cubicBezTo>
                    <a:pt x="0" y="10137753"/>
                    <a:pt x="105138" y="9124820"/>
                    <a:pt x="683417" y="8527212"/>
                  </a:cubicBezTo>
                  <a:lnTo>
                    <a:pt x="1545060" y="7636759"/>
                  </a:lnTo>
                  <a:cubicBezTo>
                    <a:pt x="1876802" y="7293932"/>
                    <a:pt x="2096591" y="6802823"/>
                    <a:pt x="2160861" y="6260777"/>
                  </a:cubicBezTo>
                  <a:lnTo>
                    <a:pt x="2327809" y="4852906"/>
                  </a:lnTo>
                  <a:cubicBezTo>
                    <a:pt x="2439809" y="3908036"/>
                    <a:pt x="3014603" y="3166515"/>
                    <a:pt x="3747024" y="3021974"/>
                  </a:cubicBezTo>
                  <a:lnTo>
                    <a:pt x="4838382" y="2806601"/>
                  </a:lnTo>
                  <a:cubicBezTo>
                    <a:pt x="5258549" y="2723678"/>
                    <a:pt x="5639231" y="2440139"/>
                    <a:pt x="5904981" y="2012178"/>
                  </a:cubicBezTo>
                  <a:close/>
                </a:path>
              </a:pathLst>
            </a:custGeom>
            <a:blipFill>
              <a:blip r:embed="rId2"/>
              <a:stretch>
                <a:fillRect l="-36021" t="0" r="-36021" b="0"/>
              </a:stretch>
            </a:blipFill>
          </p:spPr>
        </p:sp>
      </p:grpSp>
      <p:sp>
        <p:nvSpPr>
          <p:cNvPr name="Freeform 4" id="4"/>
          <p:cNvSpPr/>
          <p:nvPr/>
        </p:nvSpPr>
        <p:spPr>
          <a:xfrm flipH="false" flipV="false" rot="0">
            <a:off x="225966" y="3266462"/>
            <a:ext cx="2765593" cy="3868376"/>
          </a:xfrm>
          <a:custGeom>
            <a:avLst/>
            <a:gdLst/>
            <a:ahLst/>
            <a:cxnLst/>
            <a:rect r="r" b="b" t="t" l="l"/>
            <a:pathLst>
              <a:path h="3868376" w="2765593">
                <a:moveTo>
                  <a:pt x="0" y="0"/>
                </a:moveTo>
                <a:lnTo>
                  <a:pt x="2765592" y="0"/>
                </a:lnTo>
                <a:lnTo>
                  <a:pt x="2765592" y="3868376"/>
                </a:lnTo>
                <a:lnTo>
                  <a:pt x="0" y="3868376"/>
                </a:lnTo>
                <a:lnTo>
                  <a:pt x="0" y="0"/>
                </a:lnTo>
                <a:close/>
              </a:path>
            </a:pathLst>
          </a:custGeom>
          <a:blipFill>
            <a:blip r:embed="rId3"/>
            <a:stretch>
              <a:fillRect l="-18432" t="0" r="-21442" b="0"/>
            </a:stretch>
          </a:blipFill>
        </p:spPr>
      </p:sp>
      <p:sp>
        <p:nvSpPr>
          <p:cNvPr name="Freeform 5" id="5"/>
          <p:cNvSpPr/>
          <p:nvPr/>
        </p:nvSpPr>
        <p:spPr>
          <a:xfrm flipH="false" flipV="false" rot="0">
            <a:off x="83483" y="1858574"/>
            <a:ext cx="3145808" cy="1744099"/>
          </a:xfrm>
          <a:custGeom>
            <a:avLst/>
            <a:gdLst/>
            <a:ahLst/>
            <a:cxnLst/>
            <a:rect r="r" b="b" t="t" l="l"/>
            <a:pathLst>
              <a:path h="1744099" w="3145808">
                <a:moveTo>
                  <a:pt x="0" y="0"/>
                </a:moveTo>
                <a:lnTo>
                  <a:pt x="3145808" y="0"/>
                </a:lnTo>
                <a:lnTo>
                  <a:pt x="3145808" y="1744099"/>
                </a:lnTo>
                <a:lnTo>
                  <a:pt x="0" y="1744099"/>
                </a:lnTo>
                <a:lnTo>
                  <a:pt x="0" y="0"/>
                </a:lnTo>
                <a:close/>
              </a:path>
            </a:pathLst>
          </a:custGeom>
          <a:blipFill>
            <a:blip r:embed="rId4"/>
            <a:stretch>
              <a:fillRect l="0" t="-80293" r="0" b="0"/>
            </a:stretch>
          </a:blipFill>
        </p:spPr>
      </p:sp>
      <p:sp>
        <p:nvSpPr>
          <p:cNvPr name="Freeform 6" id="6"/>
          <p:cNvSpPr/>
          <p:nvPr/>
        </p:nvSpPr>
        <p:spPr>
          <a:xfrm flipH="false" flipV="false" rot="0">
            <a:off x="83483" y="458175"/>
            <a:ext cx="3145808" cy="1400398"/>
          </a:xfrm>
          <a:custGeom>
            <a:avLst/>
            <a:gdLst/>
            <a:ahLst/>
            <a:cxnLst/>
            <a:rect r="r" b="b" t="t" l="l"/>
            <a:pathLst>
              <a:path h="1400398" w="3145808">
                <a:moveTo>
                  <a:pt x="0" y="0"/>
                </a:moveTo>
                <a:lnTo>
                  <a:pt x="3145808" y="0"/>
                </a:lnTo>
                <a:lnTo>
                  <a:pt x="3145808" y="1400399"/>
                </a:lnTo>
                <a:lnTo>
                  <a:pt x="0" y="1400399"/>
                </a:lnTo>
                <a:lnTo>
                  <a:pt x="0" y="0"/>
                </a:lnTo>
                <a:close/>
              </a:path>
            </a:pathLst>
          </a:custGeom>
          <a:blipFill>
            <a:blip r:embed="rId5"/>
            <a:stretch>
              <a:fillRect l="0" t="-46" r="0" b="-124589"/>
            </a:stretch>
          </a:blipFill>
        </p:spPr>
      </p:sp>
      <p:sp>
        <p:nvSpPr>
          <p:cNvPr name="Freeform 7" id="7"/>
          <p:cNvSpPr/>
          <p:nvPr/>
        </p:nvSpPr>
        <p:spPr>
          <a:xfrm flipH="false" flipV="false" rot="0">
            <a:off x="633849" y="7308828"/>
            <a:ext cx="2045075" cy="629663"/>
          </a:xfrm>
          <a:custGeom>
            <a:avLst/>
            <a:gdLst/>
            <a:ahLst/>
            <a:cxnLst/>
            <a:rect r="r" b="b" t="t" l="l"/>
            <a:pathLst>
              <a:path h="629663" w="2045075">
                <a:moveTo>
                  <a:pt x="0" y="0"/>
                </a:moveTo>
                <a:lnTo>
                  <a:pt x="2045075" y="0"/>
                </a:lnTo>
                <a:lnTo>
                  <a:pt x="2045075" y="629663"/>
                </a:lnTo>
                <a:lnTo>
                  <a:pt x="0" y="629663"/>
                </a:lnTo>
                <a:lnTo>
                  <a:pt x="0" y="0"/>
                </a:lnTo>
                <a:close/>
              </a:path>
            </a:pathLst>
          </a:custGeom>
          <a:blipFill>
            <a:blip r:embed="rId6"/>
            <a:stretch>
              <a:fillRect l="-100" t="0" r="-100" b="0"/>
            </a:stretch>
          </a:blipFill>
        </p:spPr>
      </p:sp>
      <p:sp>
        <p:nvSpPr>
          <p:cNvPr name="Freeform 8" id="8"/>
          <p:cNvSpPr/>
          <p:nvPr/>
        </p:nvSpPr>
        <p:spPr>
          <a:xfrm flipH="false" flipV="false" rot="0">
            <a:off x="-223790" y="8109941"/>
            <a:ext cx="2009666" cy="948162"/>
          </a:xfrm>
          <a:custGeom>
            <a:avLst/>
            <a:gdLst/>
            <a:ahLst/>
            <a:cxnLst/>
            <a:rect r="r" b="b" t="t" l="l"/>
            <a:pathLst>
              <a:path h="948162" w="2009666">
                <a:moveTo>
                  <a:pt x="0" y="0"/>
                </a:moveTo>
                <a:lnTo>
                  <a:pt x="2009666" y="0"/>
                </a:lnTo>
                <a:lnTo>
                  <a:pt x="2009666" y="948162"/>
                </a:lnTo>
                <a:lnTo>
                  <a:pt x="0" y="948162"/>
                </a:lnTo>
                <a:lnTo>
                  <a:pt x="0" y="0"/>
                </a:lnTo>
                <a:close/>
              </a:path>
            </a:pathLst>
          </a:custGeom>
          <a:blipFill>
            <a:blip r:embed="rId7"/>
            <a:stretch>
              <a:fillRect l="0" t="0" r="-111471" b="0"/>
            </a:stretch>
          </a:blipFill>
        </p:spPr>
      </p:sp>
      <p:sp>
        <p:nvSpPr>
          <p:cNvPr name="Freeform 9" id="9"/>
          <p:cNvSpPr/>
          <p:nvPr/>
        </p:nvSpPr>
        <p:spPr>
          <a:xfrm flipH="false" flipV="false" rot="0">
            <a:off x="1722979" y="8265426"/>
            <a:ext cx="1506312" cy="707967"/>
          </a:xfrm>
          <a:custGeom>
            <a:avLst/>
            <a:gdLst/>
            <a:ahLst/>
            <a:cxnLst/>
            <a:rect r="r" b="b" t="t" l="l"/>
            <a:pathLst>
              <a:path h="707967" w="1506312">
                <a:moveTo>
                  <a:pt x="0" y="0"/>
                </a:moveTo>
                <a:lnTo>
                  <a:pt x="1506312" y="0"/>
                </a:lnTo>
                <a:lnTo>
                  <a:pt x="1506312" y="707967"/>
                </a:lnTo>
                <a:lnTo>
                  <a:pt x="0" y="707967"/>
                </a:lnTo>
                <a:lnTo>
                  <a:pt x="0" y="0"/>
                </a:lnTo>
                <a:close/>
              </a:path>
            </a:pathLst>
          </a:custGeom>
          <a:blipFill>
            <a:blip r:embed="rId8"/>
            <a:stretch>
              <a:fillRect l="0" t="0" r="0" b="0"/>
            </a:stretch>
          </a:blipFill>
        </p:spPr>
      </p:sp>
      <p:sp>
        <p:nvSpPr>
          <p:cNvPr name="TextBox 10" id="10"/>
          <p:cNvSpPr txBox="true"/>
          <p:nvPr/>
        </p:nvSpPr>
        <p:spPr>
          <a:xfrm rot="0">
            <a:off x="4746434" y="537527"/>
            <a:ext cx="5783937" cy="887095"/>
          </a:xfrm>
          <a:prstGeom prst="rect">
            <a:avLst/>
          </a:prstGeom>
        </p:spPr>
        <p:txBody>
          <a:bodyPr anchor="t" rtlCol="false" tIns="0" lIns="0" bIns="0" rIns="0">
            <a:spAutoFit/>
          </a:bodyPr>
          <a:lstStyle/>
          <a:p>
            <a:pPr algn="ctr">
              <a:lnSpc>
                <a:spcPts val="7279"/>
              </a:lnSpc>
            </a:pPr>
            <a:r>
              <a:rPr lang="en-US" sz="5199">
                <a:solidFill>
                  <a:srgbClr val="123A15"/>
                </a:solidFill>
                <a:latin typeface="Hammersmith One"/>
                <a:ea typeface="Hammersmith One"/>
                <a:cs typeface="Hammersmith One"/>
                <a:sym typeface="Hammersmith One"/>
              </a:rPr>
              <a:t>Título da Atividade</a:t>
            </a:r>
          </a:p>
        </p:txBody>
      </p:sp>
      <p:sp>
        <p:nvSpPr>
          <p:cNvPr name="TextBox 11" id="11"/>
          <p:cNvSpPr txBox="true"/>
          <p:nvPr/>
        </p:nvSpPr>
        <p:spPr>
          <a:xfrm rot="0">
            <a:off x="5287853" y="1744674"/>
            <a:ext cx="11971447" cy="6915150"/>
          </a:xfrm>
          <a:prstGeom prst="rect">
            <a:avLst/>
          </a:prstGeom>
        </p:spPr>
        <p:txBody>
          <a:bodyPr anchor="t" rtlCol="false" tIns="0" lIns="0" bIns="0" rIns="0">
            <a:spAutoFit/>
          </a:bodyPr>
          <a:lstStyle/>
          <a:p>
            <a:pPr algn="just">
              <a:lnSpc>
                <a:spcPts val="4200"/>
              </a:lnSpc>
            </a:pPr>
            <a:r>
              <a:rPr lang="en-US" sz="3000">
                <a:solidFill>
                  <a:srgbClr val="000000"/>
                </a:solidFill>
                <a:latin typeface="Hammersmith One"/>
                <a:ea typeface="Hammersmith One"/>
                <a:cs typeface="Hammersmith One"/>
                <a:sym typeface="Hammersmith One"/>
              </a:rPr>
              <a:t>Texto, tamanho 30, fonte Hammersmith One. Texto, tamanho 30, fonte Hammersmith One.Texto, tamanho 30, fonte Hammersmith One. Texto, tamanho 30, fonte Hammersmith One. Texto, tamanho 30, fonte Hammersmith One.Texto, tamanho 30, fonte Hammersmith One. Texto, tamanho 30, fonte Hammersmith One. Texto, tamanho 30, fonte Hammersmith One.Texto, tamanho 30, fonte Hammersmith One. Texto, tamanho 30, fonte Hammersmith One. Texto, tamanho 30, fonte Hammersmith One.Texto, tamanho 30, fonte Hammersmith One. Texto, tamanho 30, fonte Hammersmith One. Texto, tamanho 30, fonte Hammersmith One.Texto, tamanho 30, fonte Hammersmith One. Texto, tamanho 30, fonte Hammersmith One. Texto, tamanho 30, fonte Hammersmith One.Texto, tamanho 30, fonte Hammersmith One.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6ECFF">
                <a:alpha val="44500"/>
              </a:srgbClr>
            </a:gs>
            <a:gs pos="100000">
              <a:srgbClr val="F1D0D0">
                <a:alpha val="18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12883610" y="-5653903"/>
            <a:ext cx="16705906" cy="21594805"/>
            <a:chOff x="0" y="0"/>
            <a:chExt cx="20260612" cy="26189779"/>
          </a:xfrm>
        </p:grpSpPr>
        <p:sp>
          <p:nvSpPr>
            <p:cNvPr name="Freeform 3" id="3"/>
            <p:cNvSpPr/>
            <p:nvPr/>
          </p:nvSpPr>
          <p:spPr>
            <a:xfrm flipH="false" flipV="false" rot="0">
              <a:off x="-48044" y="-37490"/>
              <a:ext cx="20356688" cy="26273154"/>
            </a:xfrm>
            <a:custGeom>
              <a:avLst/>
              <a:gdLst/>
              <a:ahLst/>
              <a:cxnLst/>
              <a:rect r="r" b="b" t="t" l="l"/>
              <a:pathLst>
                <a:path h="26273154" w="20356688">
                  <a:moveTo>
                    <a:pt x="6595261" y="900603"/>
                  </a:moveTo>
                  <a:cubicBezTo>
                    <a:pt x="7058500" y="154638"/>
                    <a:pt x="7843639" y="0"/>
                    <a:pt x="8533959" y="230437"/>
                  </a:cubicBezTo>
                  <a:lnTo>
                    <a:pt x="9562549" y="747907"/>
                  </a:lnTo>
                  <a:cubicBezTo>
                    <a:pt x="9958562" y="947125"/>
                    <a:pt x="10398139" y="947125"/>
                    <a:pt x="10794151" y="747907"/>
                  </a:cubicBezTo>
                  <a:lnTo>
                    <a:pt x="11822742" y="230437"/>
                  </a:lnTo>
                  <a:cubicBezTo>
                    <a:pt x="12513061" y="0"/>
                    <a:pt x="13298201" y="154638"/>
                    <a:pt x="13761440" y="900603"/>
                  </a:cubicBezTo>
                  <a:lnTo>
                    <a:pt x="14451678" y="2012179"/>
                  </a:lnTo>
                  <a:cubicBezTo>
                    <a:pt x="14717440" y="2440146"/>
                    <a:pt x="15098138" y="2723687"/>
                    <a:pt x="15518318" y="2806602"/>
                  </a:cubicBezTo>
                  <a:lnTo>
                    <a:pt x="16609635" y="3021975"/>
                  </a:lnTo>
                  <a:cubicBezTo>
                    <a:pt x="17342057" y="3166515"/>
                    <a:pt x="17916851" y="3908036"/>
                    <a:pt x="18028852" y="4852907"/>
                  </a:cubicBezTo>
                  <a:lnTo>
                    <a:pt x="18195798" y="6260778"/>
                  </a:lnTo>
                  <a:cubicBezTo>
                    <a:pt x="18260066" y="6802825"/>
                    <a:pt x="18479855" y="7293936"/>
                    <a:pt x="18811599" y="7636760"/>
                  </a:cubicBezTo>
                  <a:lnTo>
                    <a:pt x="19673243" y="8527212"/>
                  </a:lnTo>
                  <a:cubicBezTo>
                    <a:pt x="20251521" y="9124821"/>
                    <a:pt x="20356688" y="10137753"/>
                    <a:pt x="20192724" y="11028259"/>
                  </a:cubicBezTo>
                  <a:lnTo>
                    <a:pt x="19791645" y="12355207"/>
                  </a:lnTo>
                  <a:cubicBezTo>
                    <a:pt x="19637219" y="12866106"/>
                    <a:pt x="19637219" y="13433207"/>
                    <a:pt x="19791645" y="13944106"/>
                  </a:cubicBezTo>
                  <a:lnTo>
                    <a:pt x="20192724" y="15271055"/>
                  </a:lnTo>
                  <a:cubicBezTo>
                    <a:pt x="20356688" y="16161611"/>
                    <a:pt x="20251521" y="17174492"/>
                    <a:pt x="19673243" y="17772101"/>
                  </a:cubicBezTo>
                  <a:lnTo>
                    <a:pt x="18811599" y="18662553"/>
                  </a:lnTo>
                  <a:cubicBezTo>
                    <a:pt x="18479855" y="19005377"/>
                    <a:pt x="18260066" y="19496488"/>
                    <a:pt x="18195798" y="20038536"/>
                  </a:cubicBezTo>
                  <a:lnTo>
                    <a:pt x="18028852" y="21446406"/>
                  </a:lnTo>
                  <a:cubicBezTo>
                    <a:pt x="17916809" y="22391277"/>
                    <a:pt x="17342057" y="23132798"/>
                    <a:pt x="16609635" y="23277338"/>
                  </a:cubicBezTo>
                  <a:lnTo>
                    <a:pt x="15518278" y="23492711"/>
                  </a:lnTo>
                  <a:cubicBezTo>
                    <a:pt x="15098110" y="23575630"/>
                    <a:pt x="14717425" y="23859171"/>
                    <a:pt x="14451678" y="24287135"/>
                  </a:cubicBezTo>
                  <a:lnTo>
                    <a:pt x="13761440" y="25398709"/>
                  </a:lnTo>
                  <a:cubicBezTo>
                    <a:pt x="13298201" y="26144727"/>
                    <a:pt x="12513061" y="26273154"/>
                    <a:pt x="11822742" y="26068875"/>
                  </a:cubicBezTo>
                  <a:lnTo>
                    <a:pt x="10794151" y="25551406"/>
                  </a:lnTo>
                  <a:cubicBezTo>
                    <a:pt x="10398139" y="25352187"/>
                    <a:pt x="9958562" y="25352187"/>
                    <a:pt x="9562549" y="25551406"/>
                  </a:cubicBezTo>
                  <a:lnTo>
                    <a:pt x="8533958" y="26068875"/>
                  </a:lnTo>
                  <a:cubicBezTo>
                    <a:pt x="7843639" y="26273154"/>
                    <a:pt x="7058500" y="26144727"/>
                    <a:pt x="6595261" y="25398709"/>
                  </a:cubicBezTo>
                  <a:lnTo>
                    <a:pt x="5905022" y="24287135"/>
                  </a:lnTo>
                  <a:cubicBezTo>
                    <a:pt x="5639275" y="23859171"/>
                    <a:pt x="5258590" y="23575630"/>
                    <a:pt x="4838423" y="23492711"/>
                  </a:cubicBezTo>
                  <a:lnTo>
                    <a:pt x="3747064" y="23277338"/>
                  </a:lnTo>
                  <a:cubicBezTo>
                    <a:pt x="3014643" y="23132798"/>
                    <a:pt x="2439850" y="22391277"/>
                    <a:pt x="2327849" y="21446406"/>
                  </a:cubicBezTo>
                  <a:lnTo>
                    <a:pt x="2160901" y="20038536"/>
                  </a:lnTo>
                  <a:cubicBezTo>
                    <a:pt x="2096631" y="19496490"/>
                    <a:pt x="1876842" y="19005382"/>
                    <a:pt x="1545100" y="18662553"/>
                  </a:cubicBezTo>
                  <a:lnTo>
                    <a:pt x="683417" y="17772101"/>
                  </a:lnTo>
                  <a:cubicBezTo>
                    <a:pt x="105179" y="17174492"/>
                    <a:pt x="13" y="16161611"/>
                    <a:pt x="163935" y="15271053"/>
                  </a:cubicBezTo>
                  <a:lnTo>
                    <a:pt x="565014" y="13944105"/>
                  </a:lnTo>
                  <a:cubicBezTo>
                    <a:pt x="719437" y="13433204"/>
                    <a:pt x="719437" y="12866106"/>
                    <a:pt x="565014" y="12355206"/>
                  </a:cubicBezTo>
                  <a:lnTo>
                    <a:pt x="163935" y="11028258"/>
                  </a:lnTo>
                  <a:cubicBezTo>
                    <a:pt x="0" y="10137753"/>
                    <a:pt x="105138" y="9124820"/>
                    <a:pt x="683417" y="8527212"/>
                  </a:cubicBezTo>
                  <a:lnTo>
                    <a:pt x="1545060" y="7636759"/>
                  </a:lnTo>
                  <a:cubicBezTo>
                    <a:pt x="1876802" y="7293932"/>
                    <a:pt x="2096591" y="6802823"/>
                    <a:pt x="2160861" y="6260777"/>
                  </a:cubicBezTo>
                  <a:lnTo>
                    <a:pt x="2327809" y="4852906"/>
                  </a:lnTo>
                  <a:cubicBezTo>
                    <a:pt x="2439809" y="3908036"/>
                    <a:pt x="3014603" y="3166515"/>
                    <a:pt x="3747024" y="3021974"/>
                  </a:cubicBezTo>
                  <a:lnTo>
                    <a:pt x="4838382" y="2806601"/>
                  </a:lnTo>
                  <a:cubicBezTo>
                    <a:pt x="5258549" y="2723678"/>
                    <a:pt x="5639231" y="2440139"/>
                    <a:pt x="5904981" y="2012178"/>
                  </a:cubicBezTo>
                  <a:close/>
                </a:path>
              </a:pathLst>
            </a:custGeom>
            <a:blipFill>
              <a:blip r:embed="rId2"/>
              <a:stretch>
                <a:fillRect l="-36021" t="0" r="-36021" b="0"/>
              </a:stretch>
            </a:blipFill>
          </p:spPr>
        </p:sp>
      </p:grpSp>
      <p:grpSp>
        <p:nvGrpSpPr>
          <p:cNvPr name="Group 4" id="4"/>
          <p:cNvGrpSpPr/>
          <p:nvPr/>
        </p:nvGrpSpPr>
        <p:grpSpPr>
          <a:xfrm rot="0">
            <a:off x="-223790" y="458175"/>
            <a:ext cx="3453081" cy="8599927"/>
            <a:chOff x="0" y="0"/>
            <a:chExt cx="4604108" cy="11466570"/>
          </a:xfrm>
        </p:grpSpPr>
        <p:sp>
          <p:nvSpPr>
            <p:cNvPr name="Freeform 5" id="5"/>
            <p:cNvSpPr/>
            <p:nvPr/>
          </p:nvSpPr>
          <p:spPr>
            <a:xfrm flipH="false" flipV="false" rot="0">
              <a:off x="599674" y="3744383"/>
              <a:ext cx="3687457" cy="5157834"/>
            </a:xfrm>
            <a:custGeom>
              <a:avLst/>
              <a:gdLst/>
              <a:ahLst/>
              <a:cxnLst/>
              <a:rect r="r" b="b" t="t" l="l"/>
              <a:pathLst>
                <a:path h="5157834" w="3687457">
                  <a:moveTo>
                    <a:pt x="0" y="0"/>
                  </a:moveTo>
                  <a:lnTo>
                    <a:pt x="3687457" y="0"/>
                  </a:lnTo>
                  <a:lnTo>
                    <a:pt x="3687457" y="5157834"/>
                  </a:lnTo>
                  <a:lnTo>
                    <a:pt x="0" y="5157834"/>
                  </a:lnTo>
                  <a:lnTo>
                    <a:pt x="0" y="0"/>
                  </a:lnTo>
                  <a:close/>
                </a:path>
              </a:pathLst>
            </a:custGeom>
            <a:blipFill>
              <a:blip r:embed="rId3"/>
              <a:stretch>
                <a:fillRect l="-18432" t="0" r="-21442" b="0"/>
              </a:stretch>
            </a:blipFill>
          </p:spPr>
        </p:sp>
        <p:sp>
          <p:nvSpPr>
            <p:cNvPr name="Freeform 6" id="6"/>
            <p:cNvSpPr/>
            <p:nvPr/>
          </p:nvSpPr>
          <p:spPr>
            <a:xfrm flipH="false" flipV="false" rot="0">
              <a:off x="409697" y="1867198"/>
              <a:ext cx="4194411" cy="2325466"/>
            </a:xfrm>
            <a:custGeom>
              <a:avLst/>
              <a:gdLst/>
              <a:ahLst/>
              <a:cxnLst/>
              <a:rect r="r" b="b" t="t" l="l"/>
              <a:pathLst>
                <a:path h="2325466" w="4194411">
                  <a:moveTo>
                    <a:pt x="0" y="0"/>
                  </a:moveTo>
                  <a:lnTo>
                    <a:pt x="4194411" y="0"/>
                  </a:lnTo>
                  <a:lnTo>
                    <a:pt x="4194411" y="2325465"/>
                  </a:lnTo>
                  <a:lnTo>
                    <a:pt x="0" y="2325465"/>
                  </a:lnTo>
                  <a:lnTo>
                    <a:pt x="0" y="0"/>
                  </a:lnTo>
                  <a:close/>
                </a:path>
              </a:pathLst>
            </a:custGeom>
            <a:blipFill>
              <a:blip r:embed="rId4"/>
              <a:stretch>
                <a:fillRect l="0" t="-80293" r="0" b="0"/>
              </a:stretch>
            </a:blipFill>
          </p:spPr>
        </p:sp>
        <p:sp>
          <p:nvSpPr>
            <p:cNvPr name="Freeform 7" id="7"/>
            <p:cNvSpPr/>
            <p:nvPr/>
          </p:nvSpPr>
          <p:spPr>
            <a:xfrm flipH="false" flipV="false" rot="0">
              <a:off x="409697" y="0"/>
              <a:ext cx="4194411" cy="1867198"/>
            </a:xfrm>
            <a:custGeom>
              <a:avLst/>
              <a:gdLst/>
              <a:ahLst/>
              <a:cxnLst/>
              <a:rect r="r" b="b" t="t" l="l"/>
              <a:pathLst>
                <a:path h="1867198" w="4194411">
                  <a:moveTo>
                    <a:pt x="0" y="0"/>
                  </a:moveTo>
                  <a:lnTo>
                    <a:pt x="4194411" y="0"/>
                  </a:lnTo>
                  <a:lnTo>
                    <a:pt x="4194411" y="1867198"/>
                  </a:lnTo>
                  <a:lnTo>
                    <a:pt x="0" y="1867198"/>
                  </a:lnTo>
                  <a:lnTo>
                    <a:pt x="0" y="0"/>
                  </a:lnTo>
                  <a:close/>
                </a:path>
              </a:pathLst>
            </a:custGeom>
            <a:blipFill>
              <a:blip r:embed="rId5"/>
              <a:stretch>
                <a:fillRect l="0" t="-46" r="0" b="-124589"/>
              </a:stretch>
            </a:blipFill>
          </p:spPr>
        </p:sp>
        <p:sp>
          <p:nvSpPr>
            <p:cNvPr name="Freeform 8" id="8"/>
            <p:cNvSpPr/>
            <p:nvPr/>
          </p:nvSpPr>
          <p:spPr>
            <a:xfrm flipH="false" flipV="false" rot="0">
              <a:off x="1143519" y="9134203"/>
              <a:ext cx="2726766" cy="839551"/>
            </a:xfrm>
            <a:custGeom>
              <a:avLst/>
              <a:gdLst/>
              <a:ahLst/>
              <a:cxnLst/>
              <a:rect r="r" b="b" t="t" l="l"/>
              <a:pathLst>
                <a:path h="839551" w="2726766">
                  <a:moveTo>
                    <a:pt x="0" y="0"/>
                  </a:moveTo>
                  <a:lnTo>
                    <a:pt x="2726767" y="0"/>
                  </a:lnTo>
                  <a:lnTo>
                    <a:pt x="2726767" y="839551"/>
                  </a:lnTo>
                  <a:lnTo>
                    <a:pt x="0" y="839551"/>
                  </a:lnTo>
                  <a:lnTo>
                    <a:pt x="0" y="0"/>
                  </a:lnTo>
                  <a:close/>
                </a:path>
              </a:pathLst>
            </a:custGeom>
            <a:blipFill>
              <a:blip r:embed="rId6"/>
              <a:stretch>
                <a:fillRect l="-100" t="0" r="-100" b="0"/>
              </a:stretch>
            </a:blipFill>
          </p:spPr>
        </p:sp>
        <p:sp>
          <p:nvSpPr>
            <p:cNvPr name="Freeform 9" id="9"/>
            <p:cNvSpPr/>
            <p:nvPr/>
          </p:nvSpPr>
          <p:spPr>
            <a:xfrm flipH="false" flipV="false" rot="0">
              <a:off x="0" y="10202354"/>
              <a:ext cx="2679554" cy="1264216"/>
            </a:xfrm>
            <a:custGeom>
              <a:avLst/>
              <a:gdLst/>
              <a:ahLst/>
              <a:cxnLst/>
              <a:rect r="r" b="b" t="t" l="l"/>
              <a:pathLst>
                <a:path h="1264216" w="2679554">
                  <a:moveTo>
                    <a:pt x="0" y="0"/>
                  </a:moveTo>
                  <a:lnTo>
                    <a:pt x="2679554" y="0"/>
                  </a:lnTo>
                  <a:lnTo>
                    <a:pt x="2679554" y="1264216"/>
                  </a:lnTo>
                  <a:lnTo>
                    <a:pt x="0" y="1264216"/>
                  </a:lnTo>
                  <a:lnTo>
                    <a:pt x="0" y="0"/>
                  </a:lnTo>
                  <a:close/>
                </a:path>
              </a:pathLst>
            </a:custGeom>
            <a:blipFill>
              <a:blip r:embed="rId7"/>
              <a:stretch>
                <a:fillRect l="0" t="0" r="-111471" b="0"/>
              </a:stretch>
            </a:blipFill>
          </p:spPr>
        </p:sp>
        <p:sp>
          <p:nvSpPr>
            <p:cNvPr name="Freeform 10" id="10"/>
            <p:cNvSpPr/>
            <p:nvPr/>
          </p:nvSpPr>
          <p:spPr>
            <a:xfrm flipH="false" flipV="false" rot="0">
              <a:off x="2595692" y="10409668"/>
              <a:ext cx="2008416" cy="943955"/>
            </a:xfrm>
            <a:custGeom>
              <a:avLst/>
              <a:gdLst/>
              <a:ahLst/>
              <a:cxnLst/>
              <a:rect r="r" b="b" t="t" l="l"/>
              <a:pathLst>
                <a:path h="943955" w="2008416">
                  <a:moveTo>
                    <a:pt x="0" y="0"/>
                  </a:moveTo>
                  <a:lnTo>
                    <a:pt x="2008416" y="0"/>
                  </a:lnTo>
                  <a:lnTo>
                    <a:pt x="2008416" y="943956"/>
                  </a:lnTo>
                  <a:lnTo>
                    <a:pt x="0" y="943956"/>
                  </a:lnTo>
                  <a:lnTo>
                    <a:pt x="0" y="0"/>
                  </a:lnTo>
                  <a:close/>
                </a:path>
              </a:pathLst>
            </a:custGeom>
            <a:blipFill>
              <a:blip r:embed="rId8"/>
              <a:stretch>
                <a:fillRect l="0" t="0" r="0" b="0"/>
              </a:stretch>
            </a:blipFill>
          </p:spPr>
        </p:sp>
      </p:grpSp>
      <p:grpSp>
        <p:nvGrpSpPr>
          <p:cNvPr name="Group 11" id="11"/>
          <p:cNvGrpSpPr/>
          <p:nvPr/>
        </p:nvGrpSpPr>
        <p:grpSpPr>
          <a:xfrm rot="0">
            <a:off x="4746434" y="632777"/>
            <a:ext cx="13217162" cy="7951244"/>
            <a:chOff x="0" y="0"/>
            <a:chExt cx="17622882" cy="10601659"/>
          </a:xfrm>
        </p:grpSpPr>
        <p:grpSp>
          <p:nvGrpSpPr>
            <p:cNvPr name="Group 12" id="12"/>
            <p:cNvGrpSpPr/>
            <p:nvPr/>
          </p:nvGrpSpPr>
          <p:grpSpPr>
            <a:xfrm rot="0">
              <a:off x="721892" y="1558729"/>
              <a:ext cx="9042930" cy="904293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alpha val="0"/>
                </a:srgbClr>
              </a:solidFill>
              <a:ln w="12700">
                <a:solidFill>
                  <a:srgbClr val="000000"/>
                </a:solidFill>
              </a:ln>
            </p:spPr>
          </p:sp>
        </p:grpSp>
        <p:grpSp>
          <p:nvGrpSpPr>
            <p:cNvPr name="Group 14" id="14"/>
            <p:cNvGrpSpPr/>
            <p:nvPr/>
          </p:nvGrpSpPr>
          <p:grpSpPr>
            <a:xfrm rot="0">
              <a:off x="10893592" y="1558729"/>
              <a:ext cx="5790230" cy="579023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alpha val="0"/>
                </a:srgbClr>
              </a:solidFill>
              <a:ln w="12700">
                <a:solidFill>
                  <a:srgbClr val="000000"/>
                </a:solidFill>
              </a:ln>
            </p:spPr>
          </p:sp>
        </p:grpSp>
        <p:grpSp>
          <p:nvGrpSpPr>
            <p:cNvPr name="Group 16" id="16"/>
            <p:cNvGrpSpPr/>
            <p:nvPr/>
          </p:nvGrpSpPr>
          <p:grpSpPr>
            <a:xfrm rot="0">
              <a:off x="10893592" y="7931889"/>
              <a:ext cx="5790230" cy="2669770"/>
              <a:chOff x="0" y="0"/>
              <a:chExt cx="672794" cy="310213"/>
            </a:xfrm>
          </p:grpSpPr>
          <p:sp>
            <p:nvSpPr>
              <p:cNvPr name="Freeform 17" id="17"/>
              <p:cNvSpPr/>
              <p:nvPr/>
            </p:nvSpPr>
            <p:spPr>
              <a:xfrm flipH="false" flipV="false" rot="0">
                <a:off x="0" y="0"/>
                <a:ext cx="672794" cy="310213"/>
              </a:xfrm>
              <a:custGeom>
                <a:avLst/>
                <a:gdLst/>
                <a:ahLst/>
                <a:cxnLst/>
                <a:rect r="r" b="b" t="t" l="l"/>
                <a:pathLst>
                  <a:path h="310213" w="672794">
                    <a:moveTo>
                      <a:pt x="0" y="0"/>
                    </a:moveTo>
                    <a:lnTo>
                      <a:pt x="672794" y="0"/>
                    </a:lnTo>
                    <a:lnTo>
                      <a:pt x="672794" y="310213"/>
                    </a:lnTo>
                    <a:lnTo>
                      <a:pt x="0" y="310213"/>
                    </a:lnTo>
                    <a:close/>
                  </a:path>
                </a:pathLst>
              </a:custGeom>
              <a:solidFill>
                <a:srgbClr val="000000">
                  <a:alpha val="0"/>
                </a:srgbClr>
              </a:solidFill>
              <a:ln w="12700">
                <a:solidFill>
                  <a:srgbClr val="000000"/>
                </a:solidFill>
              </a:ln>
            </p:spPr>
          </p:sp>
        </p:grpSp>
        <p:sp>
          <p:nvSpPr>
            <p:cNvPr name="TextBox 18" id="18"/>
            <p:cNvSpPr txBox="true"/>
            <p:nvPr/>
          </p:nvSpPr>
          <p:spPr>
            <a:xfrm rot="0">
              <a:off x="0" y="-95250"/>
              <a:ext cx="7711916" cy="1151043"/>
            </a:xfrm>
            <a:prstGeom prst="rect">
              <a:avLst/>
            </a:prstGeom>
          </p:spPr>
          <p:txBody>
            <a:bodyPr anchor="t" rtlCol="false" tIns="0" lIns="0" bIns="0" rIns="0">
              <a:spAutoFit/>
            </a:bodyPr>
            <a:lstStyle/>
            <a:p>
              <a:pPr algn="ctr">
                <a:lnSpc>
                  <a:spcPts val="7279"/>
                </a:lnSpc>
              </a:pPr>
              <a:r>
                <a:rPr lang="en-US" sz="5199">
                  <a:solidFill>
                    <a:srgbClr val="123A15"/>
                  </a:solidFill>
                  <a:latin typeface="Hammersmith One"/>
                  <a:ea typeface="Hammersmith One"/>
                  <a:cs typeface="Hammersmith One"/>
                  <a:sym typeface="Hammersmith One"/>
                </a:rPr>
                <a:t>Título da Atividade</a:t>
              </a:r>
            </a:p>
          </p:txBody>
        </p:sp>
        <p:sp>
          <p:nvSpPr>
            <p:cNvPr name="TextBox 19" id="19"/>
            <p:cNvSpPr txBox="true"/>
            <p:nvPr/>
          </p:nvSpPr>
          <p:spPr>
            <a:xfrm rot="-1609151">
              <a:off x="924949" y="5593433"/>
              <a:ext cx="8593842" cy="1201956"/>
            </a:xfrm>
            <a:prstGeom prst="rect">
              <a:avLst/>
            </a:prstGeom>
          </p:spPr>
          <p:txBody>
            <a:bodyPr anchor="t" rtlCol="false" tIns="0" lIns="0" bIns="0" rIns="0">
              <a:spAutoFit/>
            </a:bodyPr>
            <a:lstStyle/>
            <a:p>
              <a:pPr algn="ctr">
                <a:lnSpc>
                  <a:spcPts val="7656"/>
                </a:lnSpc>
              </a:pPr>
              <a:r>
                <a:rPr lang="en-US" sz="5469" b="true">
                  <a:solidFill>
                    <a:srgbClr val="000000"/>
                  </a:solidFill>
                  <a:latin typeface="Open Sans Bold"/>
                  <a:ea typeface="Open Sans Bold"/>
                  <a:cs typeface="Open Sans Bold"/>
                  <a:sym typeface="Open Sans Bold"/>
                </a:rPr>
                <a:t>SUA IMAGEM AQUI</a:t>
              </a:r>
            </a:p>
          </p:txBody>
        </p:sp>
        <p:sp>
          <p:nvSpPr>
            <p:cNvPr name="TextBox 20" id="20"/>
            <p:cNvSpPr txBox="true"/>
            <p:nvPr/>
          </p:nvSpPr>
          <p:spPr>
            <a:xfrm rot="-1609151">
              <a:off x="10614281" y="3452405"/>
              <a:ext cx="6812400" cy="2493884"/>
            </a:xfrm>
            <a:prstGeom prst="rect">
              <a:avLst/>
            </a:prstGeom>
          </p:spPr>
          <p:txBody>
            <a:bodyPr anchor="t" rtlCol="false" tIns="0" lIns="0" bIns="0" rIns="0">
              <a:spAutoFit/>
            </a:bodyPr>
            <a:lstStyle/>
            <a:p>
              <a:pPr algn="ctr">
                <a:lnSpc>
                  <a:spcPts val="7656"/>
                </a:lnSpc>
              </a:pPr>
              <a:r>
                <a:rPr lang="en-US" sz="5469" b="true">
                  <a:solidFill>
                    <a:srgbClr val="000000"/>
                  </a:solidFill>
                  <a:latin typeface="Open Sans Bold"/>
                  <a:ea typeface="Open Sans Bold"/>
                  <a:cs typeface="Open Sans Bold"/>
                  <a:sym typeface="Open Sans Bold"/>
                </a:rPr>
                <a:t>SUA IMAGEM AQUI</a:t>
              </a:r>
            </a:p>
          </p:txBody>
        </p:sp>
        <p:sp>
          <p:nvSpPr>
            <p:cNvPr name="TextBox 21" id="21"/>
            <p:cNvSpPr txBox="true"/>
            <p:nvPr/>
          </p:nvSpPr>
          <p:spPr>
            <a:xfrm rot="-1139574">
              <a:off x="11421383" y="8961918"/>
              <a:ext cx="4716048" cy="664478"/>
            </a:xfrm>
            <a:prstGeom prst="rect">
              <a:avLst/>
            </a:prstGeom>
          </p:spPr>
          <p:txBody>
            <a:bodyPr anchor="t" rtlCol="false" tIns="0" lIns="0" bIns="0" rIns="0">
              <a:spAutoFit/>
            </a:bodyPr>
            <a:lstStyle/>
            <a:p>
              <a:pPr algn="ctr">
                <a:lnSpc>
                  <a:spcPts val="4201"/>
                </a:lnSpc>
              </a:pPr>
              <a:r>
                <a:rPr lang="en-US" sz="3001" b="true">
                  <a:solidFill>
                    <a:srgbClr val="000000"/>
                  </a:solidFill>
                  <a:latin typeface="Open Sans Bold"/>
                  <a:ea typeface="Open Sans Bold"/>
                  <a:cs typeface="Open Sans Bold"/>
                  <a:sym typeface="Open Sans Bold"/>
                </a:rPr>
                <a:t>SUA IMAGEM AQUI</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6ECFF">
                <a:alpha val="44500"/>
              </a:srgbClr>
            </a:gs>
            <a:gs pos="100000">
              <a:srgbClr val="F1D0D0">
                <a:alpha val="18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2079360" y="-189388"/>
            <a:ext cx="7862681" cy="8979216"/>
            <a:chOff x="0" y="0"/>
            <a:chExt cx="10483574" cy="11972287"/>
          </a:xfrm>
        </p:grpSpPr>
        <p:sp>
          <p:nvSpPr>
            <p:cNvPr name="TextBox 3" id="3"/>
            <p:cNvSpPr txBox="true"/>
            <p:nvPr/>
          </p:nvSpPr>
          <p:spPr>
            <a:xfrm rot="0">
              <a:off x="28952" y="9277893"/>
              <a:ext cx="10425671" cy="2211338"/>
            </a:xfrm>
            <a:prstGeom prst="rect">
              <a:avLst/>
            </a:prstGeom>
          </p:spPr>
          <p:txBody>
            <a:bodyPr anchor="t" rtlCol="false" tIns="0" lIns="0" bIns="0" rIns="0">
              <a:spAutoFit/>
            </a:bodyPr>
            <a:lstStyle/>
            <a:p>
              <a:pPr algn="ctr">
                <a:lnSpc>
                  <a:spcPts val="13913"/>
                </a:lnSpc>
              </a:pPr>
              <a:r>
                <a:rPr lang="en-US" sz="9938">
                  <a:solidFill>
                    <a:srgbClr val="123A15"/>
                  </a:solidFill>
                  <a:latin typeface="March Rough"/>
                  <a:ea typeface="March Rough"/>
                  <a:cs typeface="March Rough"/>
                  <a:sym typeface="March Rough"/>
                </a:rPr>
                <a:t>XIII Jacitec</a:t>
              </a:r>
            </a:p>
          </p:txBody>
        </p:sp>
        <p:sp>
          <p:nvSpPr>
            <p:cNvPr name="TextBox 4" id="4"/>
            <p:cNvSpPr txBox="true"/>
            <p:nvPr/>
          </p:nvSpPr>
          <p:spPr>
            <a:xfrm rot="0">
              <a:off x="1206902" y="10958549"/>
              <a:ext cx="8069770" cy="1013738"/>
            </a:xfrm>
            <a:prstGeom prst="rect">
              <a:avLst/>
            </a:prstGeom>
          </p:spPr>
          <p:txBody>
            <a:bodyPr anchor="t" rtlCol="false" tIns="0" lIns="0" bIns="0" rIns="0">
              <a:spAutoFit/>
            </a:bodyPr>
            <a:lstStyle/>
            <a:p>
              <a:pPr algn="ctr">
                <a:lnSpc>
                  <a:spcPts val="3076"/>
                </a:lnSpc>
              </a:pPr>
              <a:r>
                <a:rPr lang="en-US" b="true" sz="2197" spc="109">
                  <a:solidFill>
                    <a:srgbClr val="123A15"/>
                  </a:solidFill>
                  <a:latin typeface="Quicksand Bold"/>
                  <a:ea typeface="Quicksand Bold"/>
                  <a:cs typeface="Quicksand Bold"/>
                  <a:sym typeface="Quicksand Bold"/>
                </a:rPr>
                <a:t>Biomas do Brasil: diversidade, saberes e tecnologias sociais”. </a:t>
              </a:r>
            </a:p>
          </p:txBody>
        </p:sp>
        <p:sp>
          <p:nvSpPr>
            <p:cNvPr name="Freeform 5" id="5"/>
            <p:cNvSpPr/>
            <p:nvPr/>
          </p:nvSpPr>
          <p:spPr>
            <a:xfrm flipH="false" flipV="false" rot="0">
              <a:off x="0" y="0"/>
              <a:ext cx="10483574" cy="10483574"/>
            </a:xfrm>
            <a:custGeom>
              <a:avLst/>
              <a:gdLst/>
              <a:ahLst/>
              <a:cxnLst/>
              <a:rect r="r" b="b" t="t" l="l"/>
              <a:pathLst>
                <a:path h="10483574" w="10483574">
                  <a:moveTo>
                    <a:pt x="0" y="0"/>
                  </a:moveTo>
                  <a:lnTo>
                    <a:pt x="10483574" y="0"/>
                  </a:lnTo>
                  <a:lnTo>
                    <a:pt x="10483574" y="10483574"/>
                  </a:lnTo>
                  <a:lnTo>
                    <a:pt x="0" y="10483574"/>
                  </a:lnTo>
                  <a:lnTo>
                    <a:pt x="0" y="0"/>
                  </a:lnTo>
                  <a:close/>
                </a:path>
              </a:pathLst>
            </a:custGeom>
            <a:blipFill>
              <a:blip r:embed="rId2"/>
              <a:stretch>
                <a:fillRect l="0" t="0" r="0" b="0"/>
              </a:stretch>
            </a:blipFill>
          </p:spPr>
        </p:sp>
      </p:grpSp>
      <p:sp>
        <p:nvSpPr>
          <p:cNvPr name="AutoShape 6" id="6"/>
          <p:cNvSpPr/>
          <p:nvPr/>
        </p:nvSpPr>
        <p:spPr>
          <a:xfrm>
            <a:off x="10162044" y="5999162"/>
            <a:ext cx="6492240" cy="0"/>
          </a:xfrm>
          <a:prstGeom prst="line">
            <a:avLst/>
          </a:prstGeom>
          <a:ln cap="flat" w="38100">
            <a:solidFill>
              <a:srgbClr val="359830">
                <a:alpha val="51765"/>
              </a:srgbClr>
            </a:solidFill>
            <a:prstDash val="solid"/>
            <a:headEnd type="diamond" len="lg" w="lg"/>
            <a:tailEnd type="diamond" len="lg" w="lg"/>
          </a:ln>
        </p:spPr>
      </p:sp>
      <p:sp>
        <p:nvSpPr>
          <p:cNvPr name="AutoShape 7" id="7"/>
          <p:cNvSpPr/>
          <p:nvPr/>
        </p:nvSpPr>
        <p:spPr>
          <a:xfrm>
            <a:off x="10162044" y="6665277"/>
            <a:ext cx="6492240" cy="0"/>
          </a:xfrm>
          <a:prstGeom prst="line">
            <a:avLst/>
          </a:prstGeom>
          <a:ln cap="flat" w="38100">
            <a:solidFill>
              <a:srgbClr val="359830">
                <a:alpha val="51765"/>
              </a:srgbClr>
            </a:solidFill>
            <a:prstDash val="solid"/>
            <a:headEnd type="diamond" len="lg" w="lg"/>
            <a:tailEnd type="diamond" len="lg" w="lg"/>
          </a:ln>
        </p:spPr>
      </p:sp>
      <p:sp>
        <p:nvSpPr>
          <p:cNvPr name="TextBox 8" id="8"/>
          <p:cNvSpPr txBox="true"/>
          <p:nvPr/>
        </p:nvSpPr>
        <p:spPr>
          <a:xfrm rot="0">
            <a:off x="9557028" y="3431223"/>
            <a:ext cx="7702272" cy="1566544"/>
          </a:xfrm>
          <a:prstGeom prst="rect">
            <a:avLst/>
          </a:prstGeom>
        </p:spPr>
        <p:txBody>
          <a:bodyPr anchor="t" rtlCol="false" tIns="0" lIns="0" bIns="0" rIns="0">
            <a:spAutoFit/>
          </a:bodyPr>
          <a:lstStyle/>
          <a:p>
            <a:pPr algn="ctr">
              <a:lnSpc>
                <a:spcPts val="12880"/>
              </a:lnSpc>
            </a:pPr>
            <a:r>
              <a:rPr lang="en-US" sz="9200">
                <a:solidFill>
                  <a:srgbClr val="123A15"/>
                </a:solidFill>
                <a:latin typeface="Hammersmith One"/>
                <a:ea typeface="Hammersmith One"/>
                <a:cs typeface="Hammersmith One"/>
                <a:sym typeface="Hammersmith One"/>
              </a:rPr>
              <a:t>Tipo Atividade</a:t>
            </a:r>
          </a:p>
        </p:txBody>
      </p:sp>
      <p:sp>
        <p:nvSpPr>
          <p:cNvPr name="TextBox 9" id="9"/>
          <p:cNvSpPr txBox="true"/>
          <p:nvPr/>
        </p:nvSpPr>
        <p:spPr>
          <a:xfrm rot="0">
            <a:off x="10516195" y="4883467"/>
            <a:ext cx="5783937" cy="887095"/>
          </a:xfrm>
          <a:prstGeom prst="rect">
            <a:avLst/>
          </a:prstGeom>
        </p:spPr>
        <p:txBody>
          <a:bodyPr anchor="t" rtlCol="false" tIns="0" lIns="0" bIns="0" rIns="0">
            <a:spAutoFit/>
          </a:bodyPr>
          <a:lstStyle/>
          <a:p>
            <a:pPr algn="ctr">
              <a:lnSpc>
                <a:spcPts val="7279"/>
              </a:lnSpc>
            </a:pPr>
            <a:r>
              <a:rPr lang="en-US" sz="5199">
                <a:solidFill>
                  <a:srgbClr val="123A15"/>
                </a:solidFill>
                <a:latin typeface="Hammersmith One"/>
                <a:ea typeface="Hammersmith One"/>
                <a:cs typeface="Hammersmith One"/>
                <a:sym typeface="Hammersmith One"/>
              </a:rPr>
              <a:t>Título da Atividade</a:t>
            </a:r>
          </a:p>
        </p:txBody>
      </p:sp>
      <p:sp>
        <p:nvSpPr>
          <p:cNvPr name="TextBox 10" id="10"/>
          <p:cNvSpPr txBox="true"/>
          <p:nvPr/>
        </p:nvSpPr>
        <p:spPr>
          <a:xfrm rot="0">
            <a:off x="11607998" y="6065837"/>
            <a:ext cx="3600331" cy="580390"/>
          </a:xfrm>
          <a:prstGeom prst="rect">
            <a:avLst/>
          </a:prstGeom>
        </p:spPr>
        <p:txBody>
          <a:bodyPr anchor="t" rtlCol="false" tIns="0" lIns="0" bIns="0" rIns="0">
            <a:spAutoFit/>
          </a:bodyPr>
          <a:lstStyle/>
          <a:p>
            <a:pPr algn="ctr">
              <a:lnSpc>
                <a:spcPts val="4759"/>
              </a:lnSpc>
            </a:pPr>
            <a:r>
              <a:rPr lang="en-US" sz="3399">
                <a:solidFill>
                  <a:srgbClr val="123A15"/>
                </a:solidFill>
                <a:latin typeface="Hammersmith One"/>
                <a:ea typeface="Hammersmith One"/>
                <a:cs typeface="Hammersmith One"/>
                <a:sym typeface="Hammersmith One"/>
              </a:rPr>
              <a:t>Nome Palestrante</a:t>
            </a:r>
          </a:p>
        </p:txBody>
      </p:sp>
      <p:grpSp>
        <p:nvGrpSpPr>
          <p:cNvPr name="Group 11" id="11"/>
          <p:cNvGrpSpPr/>
          <p:nvPr/>
        </p:nvGrpSpPr>
        <p:grpSpPr>
          <a:xfrm rot="0">
            <a:off x="2563736" y="9046691"/>
            <a:ext cx="11563137" cy="1407229"/>
            <a:chOff x="0" y="0"/>
            <a:chExt cx="15417516" cy="1876306"/>
          </a:xfrm>
        </p:grpSpPr>
        <p:sp>
          <p:nvSpPr>
            <p:cNvPr name="Freeform 12" id="12"/>
            <p:cNvSpPr/>
            <p:nvPr/>
          </p:nvSpPr>
          <p:spPr>
            <a:xfrm flipH="false" flipV="false" rot="0">
              <a:off x="0" y="0"/>
              <a:ext cx="4690764" cy="1876306"/>
            </a:xfrm>
            <a:custGeom>
              <a:avLst/>
              <a:gdLst/>
              <a:ahLst/>
              <a:cxnLst/>
              <a:rect r="r" b="b" t="t" l="l"/>
              <a:pathLst>
                <a:path h="1876306" w="4690764">
                  <a:moveTo>
                    <a:pt x="0" y="0"/>
                  </a:moveTo>
                  <a:lnTo>
                    <a:pt x="4690764" y="0"/>
                  </a:lnTo>
                  <a:lnTo>
                    <a:pt x="4690764" y="1876306"/>
                  </a:lnTo>
                  <a:lnTo>
                    <a:pt x="0" y="1876306"/>
                  </a:lnTo>
                  <a:lnTo>
                    <a:pt x="0" y="0"/>
                  </a:lnTo>
                  <a:close/>
                </a:path>
              </a:pathLst>
            </a:custGeom>
            <a:blipFill>
              <a:blip r:embed="rId3"/>
              <a:stretch>
                <a:fillRect l="0" t="0" r="0" b="0"/>
              </a:stretch>
            </a:blipFill>
          </p:spPr>
        </p:sp>
        <p:sp>
          <p:nvSpPr>
            <p:cNvPr name="Freeform 13" id="13"/>
            <p:cNvSpPr/>
            <p:nvPr/>
          </p:nvSpPr>
          <p:spPr>
            <a:xfrm flipH="false" flipV="false" rot="0">
              <a:off x="10728831" y="518233"/>
              <a:ext cx="2373574" cy="901533"/>
            </a:xfrm>
            <a:custGeom>
              <a:avLst/>
              <a:gdLst/>
              <a:ahLst/>
              <a:cxnLst/>
              <a:rect r="r" b="b" t="t" l="l"/>
              <a:pathLst>
                <a:path h="901533" w="2373574">
                  <a:moveTo>
                    <a:pt x="0" y="0"/>
                  </a:moveTo>
                  <a:lnTo>
                    <a:pt x="2373574" y="0"/>
                  </a:lnTo>
                  <a:lnTo>
                    <a:pt x="2373574" y="901532"/>
                  </a:lnTo>
                  <a:lnTo>
                    <a:pt x="0" y="901532"/>
                  </a:lnTo>
                  <a:lnTo>
                    <a:pt x="0" y="0"/>
                  </a:lnTo>
                  <a:close/>
                </a:path>
              </a:pathLst>
            </a:custGeom>
            <a:blipFill>
              <a:blip r:embed="rId4"/>
              <a:stretch>
                <a:fillRect l="-102011" t="-11991" r="-125813" b="-13428"/>
              </a:stretch>
            </a:blipFill>
          </p:spPr>
        </p:sp>
        <p:sp>
          <p:nvSpPr>
            <p:cNvPr name="Freeform 14" id="14"/>
            <p:cNvSpPr/>
            <p:nvPr/>
          </p:nvSpPr>
          <p:spPr>
            <a:xfrm flipH="false" flipV="false" rot="0">
              <a:off x="13132633" y="464181"/>
              <a:ext cx="2284883" cy="1009636"/>
            </a:xfrm>
            <a:custGeom>
              <a:avLst/>
              <a:gdLst/>
              <a:ahLst/>
              <a:cxnLst/>
              <a:rect r="r" b="b" t="t" l="l"/>
              <a:pathLst>
                <a:path h="1009636" w="2284883">
                  <a:moveTo>
                    <a:pt x="0" y="0"/>
                  </a:moveTo>
                  <a:lnTo>
                    <a:pt x="2284883" y="0"/>
                  </a:lnTo>
                  <a:lnTo>
                    <a:pt x="2284883" y="1009636"/>
                  </a:lnTo>
                  <a:lnTo>
                    <a:pt x="0" y="1009636"/>
                  </a:lnTo>
                  <a:lnTo>
                    <a:pt x="0" y="0"/>
                  </a:lnTo>
                  <a:close/>
                </a:path>
              </a:pathLst>
            </a:custGeom>
            <a:blipFill>
              <a:blip r:embed="rId4"/>
              <a:stretch>
                <a:fillRect l="-204086" t="0" r="0" b="0"/>
              </a:stretch>
            </a:blipFill>
          </p:spPr>
        </p:sp>
        <p:sp>
          <p:nvSpPr>
            <p:cNvPr name="Freeform 15" id="15"/>
            <p:cNvSpPr/>
            <p:nvPr/>
          </p:nvSpPr>
          <p:spPr>
            <a:xfrm flipH="false" flipV="false" rot="0">
              <a:off x="7622062" y="279687"/>
              <a:ext cx="3063358" cy="1316932"/>
            </a:xfrm>
            <a:custGeom>
              <a:avLst/>
              <a:gdLst/>
              <a:ahLst/>
              <a:cxnLst/>
              <a:rect r="r" b="b" t="t" l="l"/>
              <a:pathLst>
                <a:path h="1316932" w="3063358">
                  <a:moveTo>
                    <a:pt x="0" y="0"/>
                  </a:moveTo>
                  <a:lnTo>
                    <a:pt x="3063358" y="0"/>
                  </a:lnTo>
                  <a:lnTo>
                    <a:pt x="3063358" y="1316932"/>
                  </a:lnTo>
                  <a:lnTo>
                    <a:pt x="0" y="1316932"/>
                  </a:lnTo>
                  <a:lnTo>
                    <a:pt x="0" y="0"/>
                  </a:lnTo>
                  <a:close/>
                </a:path>
              </a:pathLst>
            </a:custGeom>
            <a:blipFill>
              <a:blip r:embed="rId5"/>
              <a:stretch>
                <a:fillRect l="0" t="0" r="0" b="0"/>
              </a:stretch>
            </a:blipFill>
          </p:spPr>
        </p:sp>
        <p:sp>
          <p:nvSpPr>
            <p:cNvPr name="Freeform 16" id="16"/>
            <p:cNvSpPr/>
            <p:nvPr/>
          </p:nvSpPr>
          <p:spPr>
            <a:xfrm flipH="false" flipV="false" rot="0">
              <a:off x="4775969" y="556137"/>
              <a:ext cx="2481487" cy="764031"/>
            </a:xfrm>
            <a:custGeom>
              <a:avLst/>
              <a:gdLst/>
              <a:ahLst/>
              <a:cxnLst/>
              <a:rect r="r" b="b" t="t" l="l"/>
              <a:pathLst>
                <a:path h="764031" w="2481487">
                  <a:moveTo>
                    <a:pt x="0" y="0"/>
                  </a:moveTo>
                  <a:lnTo>
                    <a:pt x="2481487" y="0"/>
                  </a:lnTo>
                  <a:lnTo>
                    <a:pt x="2481487" y="764031"/>
                  </a:lnTo>
                  <a:lnTo>
                    <a:pt x="0" y="764031"/>
                  </a:lnTo>
                  <a:lnTo>
                    <a:pt x="0" y="0"/>
                  </a:lnTo>
                  <a:close/>
                </a:path>
              </a:pathLst>
            </a:custGeom>
            <a:blipFill>
              <a:blip r:embed="rId6"/>
              <a:stretch>
                <a:fillRect l="0" t="0" r="0" b="0"/>
              </a:stretch>
            </a:blipFill>
          </p:spPr>
        </p:sp>
        <p:sp>
          <p:nvSpPr>
            <p:cNvPr name="TextBox 17" id="17"/>
            <p:cNvSpPr txBox="true"/>
            <p:nvPr/>
          </p:nvSpPr>
          <p:spPr>
            <a:xfrm rot="0">
              <a:off x="4785422" y="186226"/>
              <a:ext cx="1286403" cy="229562"/>
            </a:xfrm>
            <a:prstGeom prst="rect">
              <a:avLst/>
            </a:prstGeom>
          </p:spPr>
          <p:txBody>
            <a:bodyPr anchor="t" rtlCol="false" tIns="0" lIns="0" bIns="0" rIns="0">
              <a:spAutoFit/>
            </a:bodyPr>
            <a:lstStyle/>
            <a:p>
              <a:pPr algn="ctr">
                <a:lnSpc>
                  <a:spcPts val="1451"/>
                </a:lnSpc>
              </a:pPr>
              <a:r>
                <a:rPr lang="en-US" sz="1036">
                  <a:solidFill>
                    <a:srgbClr val="000000"/>
                  </a:solidFill>
                  <a:latin typeface="Hammersmith One"/>
                  <a:ea typeface="Hammersmith One"/>
                  <a:cs typeface="Hammersmith One"/>
                  <a:sym typeface="Hammersmith One"/>
                </a:rPr>
                <a:t>PATROCINADOR:</a:t>
              </a:r>
            </a:p>
          </p:txBody>
        </p:sp>
      </p:grpSp>
      <p:sp>
        <p:nvSpPr>
          <p:cNvPr name="TextBox 18" id="18"/>
          <p:cNvSpPr txBox="true"/>
          <p:nvPr/>
        </p:nvSpPr>
        <p:spPr>
          <a:xfrm rot="0">
            <a:off x="2752212" y="9181598"/>
            <a:ext cx="756772" cy="176934"/>
          </a:xfrm>
          <a:prstGeom prst="rect">
            <a:avLst/>
          </a:prstGeom>
        </p:spPr>
        <p:txBody>
          <a:bodyPr anchor="t" rtlCol="false" tIns="0" lIns="0" bIns="0" rIns="0">
            <a:spAutoFit/>
          </a:bodyPr>
          <a:lstStyle/>
          <a:p>
            <a:pPr algn="ctr">
              <a:lnSpc>
                <a:spcPts val="1451"/>
              </a:lnSpc>
            </a:pPr>
            <a:r>
              <a:rPr lang="en-US" sz="1036">
                <a:solidFill>
                  <a:srgbClr val="000000"/>
                </a:solidFill>
                <a:latin typeface="Hammersmith One"/>
                <a:ea typeface="Hammersmith One"/>
                <a:cs typeface="Hammersmith One"/>
                <a:sym typeface="Hammersmith One"/>
              </a:rPr>
              <a:t>REALIZAÇÃO:</a:t>
            </a:r>
          </a:p>
        </p:txBody>
      </p:sp>
      <p:grpSp>
        <p:nvGrpSpPr>
          <p:cNvPr name="Group 19" id="19"/>
          <p:cNvGrpSpPr/>
          <p:nvPr/>
        </p:nvGrpSpPr>
        <p:grpSpPr>
          <a:xfrm rot="0">
            <a:off x="-14390486" y="-5653903"/>
            <a:ext cx="16705906" cy="21594805"/>
            <a:chOff x="0" y="0"/>
            <a:chExt cx="20260612" cy="26189779"/>
          </a:xfrm>
        </p:grpSpPr>
        <p:sp>
          <p:nvSpPr>
            <p:cNvPr name="Freeform 20" id="20"/>
            <p:cNvSpPr/>
            <p:nvPr/>
          </p:nvSpPr>
          <p:spPr>
            <a:xfrm flipH="false" flipV="false" rot="0">
              <a:off x="-48044" y="-37490"/>
              <a:ext cx="20356688" cy="26273154"/>
            </a:xfrm>
            <a:custGeom>
              <a:avLst/>
              <a:gdLst/>
              <a:ahLst/>
              <a:cxnLst/>
              <a:rect r="r" b="b" t="t" l="l"/>
              <a:pathLst>
                <a:path h="26273154" w="20356688">
                  <a:moveTo>
                    <a:pt x="6595261" y="900603"/>
                  </a:moveTo>
                  <a:cubicBezTo>
                    <a:pt x="7058500" y="154638"/>
                    <a:pt x="7843639" y="0"/>
                    <a:pt x="8533959" y="230437"/>
                  </a:cubicBezTo>
                  <a:lnTo>
                    <a:pt x="9562549" y="747907"/>
                  </a:lnTo>
                  <a:cubicBezTo>
                    <a:pt x="9958562" y="947125"/>
                    <a:pt x="10398139" y="947125"/>
                    <a:pt x="10794151" y="747907"/>
                  </a:cubicBezTo>
                  <a:lnTo>
                    <a:pt x="11822742" y="230437"/>
                  </a:lnTo>
                  <a:cubicBezTo>
                    <a:pt x="12513061" y="0"/>
                    <a:pt x="13298201" y="154638"/>
                    <a:pt x="13761440" y="900603"/>
                  </a:cubicBezTo>
                  <a:lnTo>
                    <a:pt x="14451678" y="2012179"/>
                  </a:lnTo>
                  <a:cubicBezTo>
                    <a:pt x="14717440" y="2440146"/>
                    <a:pt x="15098138" y="2723687"/>
                    <a:pt x="15518318" y="2806602"/>
                  </a:cubicBezTo>
                  <a:lnTo>
                    <a:pt x="16609635" y="3021975"/>
                  </a:lnTo>
                  <a:cubicBezTo>
                    <a:pt x="17342057" y="3166515"/>
                    <a:pt x="17916851" y="3908036"/>
                    <a:pt x="18028852" y="4852907"/>
                  </a:cubicBezTo>
                  <a:lnTo>
                    <a:pt x="18195798" y="6260778"/>
                  </a:lnTo>
                  <a:cubicBezTo>
                    <a:pt x="18260066" y="6802825"/>
                    <a:pt x="18479855" y="7293936"/>
                    <a:pt x="18811599" y="7636760"/>
                  </a:cubicBezTo>
                  <a:lnTo>
                    <a:pt x="19673243" y="8527212"/>
                  </a:lnTo>
                  <a:cubicBezTo>
                    <a:pt x="20251521" y="9124821"/>
                    <a:pt x="20356688" y="10137753"/>
                    <a:pt x="20192724" y="11028259"/>
                  </a:cubicBezTo>
                  <a:lnTo>
                    <a:pt x="19791645" y="12355207"/>
                  </a:lnTo>
                  <a:cubicBezTo>
                    <a:pt x="19637219" y="12866106"/>
                    <a:pt x="19637219" y="13433207"/>
                    <a:pt x="19791645" y="13944106"/>
                  </a:cubicBezTo>
                  <a:lnTo>
                    <a:pt x="20192724" y="15271055"/>
                  </a:lnTo>
                  <a:cubicBezTo>
                    <a:pt x="20356688" y="16161611"/>
                    <a:pt x="20251521" y="17174492"/>
                    <a:pt x="19673243" y="17772101"/>
                  </a:cubicBezTo>
                  <a:lnTo>
                    <a:pt x="18811599" y="18662553"/>
                  </a:lnTo>
                  <a:cubicBezTo>
                    <a:pt x="18479855" y="19005377"/>
                    <a:pt x="18260066" y="19496488"/>
                    <a:pt x="18195798" y="20038536"/>
                  </a:cubicBezTo>
                  <a:lnTo>
                    <a:pt x="18028852" y="21446406"/>
                  </a:lnTo>
                  <a:cubicBezTo>
                    <a:pt x="17916809" y="22391277"/>
                    <a:pt x="17342057" y="23132798"/>
                    <a:pt x="16609635" y="23277338"/>
                  </a:cubicBezTo>
                  <a:lnTo>
                    <a:pt x="15518278" y="23492711"/>
                  </a:lnTo>
                  <a:cubicBezTo>
                    <a:pt x="15098110" y="23575630"/>
                    <a:pt x="14717425" y="23859171"/>
                    <a:pt x="14451678" y="24287135"/>
                  </a:cubicBezTo>
                  <a:lnTo>
                    <a:pt x="13761440" y="25398709"/>
                  </a:lnTo>
                  <a:cubicBezTo>
                    <a:pt x="13298201" y="26144727"/>
                    <a:pt x="12513061" y="26273154"/>
                    <a:pt x="11822742" y="26068875"/>
                  </a:cubicBezTo>
                  <a:lnTo>
                    <a:pt x="10794151" y="25551406"/>
                  </a:lnTo>
                  <a:cubicBezTo>
                    <a:pt x="10398139" y="25352187"/>
                    <a:pt x="9958562" y="25352187"/>
                    <a:pt x="9562549" y="25551406"/>
                  </a:cubicBezTo>
                  <a:lnTo>
                    <a:pt x="8533958" y="26068875"/>
                  </a:lnTo>
                  <a:cubicBezTo>
                    <a:pt x="7843639" y="26273154"/>
                    <a:pt x="7058500" y="26144727"/>
                    <a:pt x="6595261" y="25398709"/>
                  </a:cubicBezTo>
                  <a:lnTo>
                    <a:pt x="5905022" y="24287135"/>
                  </a:lnTo>
                  <a:cubicBezTo>
                    <a:pt x="5639275" y="23859171"/>
                    <a:pt x="5258590" y="23575630"/>
                    <a:pt x="4838423" y="23492711"/>
                  </a:cubicBezTo>
                  <a:lnTo>
                    <a:pt x="3747064" y="23277338"/>
                  </a:lnTo>
                  <a:cubicBezTo>
                    <a:pt x="3014643" y="23132798"/>
                    <a:pt x="2439850" y="22391277"/>
                    <a:pt x="2327849" y="21446406"/>
                  </a:cubicBezTo>
                  <a:lnTo>
                    <a:pt x="2160901" y="20038536"/>
                  </a:lnTo>
                  <a:cubicBezTo>
                    <a:pt x="2096631" y="19496490"/>
                    <a:pt x="1876842" y="19005382"/>
                    <a:pt x="1545100" y="18662553"/>
                  </a:cubicBezTo>
                  <a:lnTo>
                    <a:pt x="683417" y="17772101"/>
                  </a:lnTo>
                  <a:cubicBezTo>
                    <a:pt x="105179" y="17174492"/>
                    <a:pt x="13" y="16161611"/>
                    <a:pt x="163935" y="15271053"/>
                  </a:cubicBezTo>
                  <a:lnTo>
                    <a:pt x="565014" y="13944105"/>
                  </a:lnTo>
                  <a:cubicBezTo>
                    <a:pt x="719437" y="13433204"/>
                    <a:pt x="719437" y="12866106"/>
                    <a:pt x="565014" y="12355206"/>
                  </a:cubicBezTo>
                  <a:lnTo>
                    <a:pt x="163935" y="11028258"/>
                  </a:lnTo>
                  <a:cubicBezTo>
                    <a:pt x="0" y="10137753"/>
                    <a:pt x="105138" y="9124820"/>
                    <a:pt x="683417" y="8527212"/>
                  </a:cubicBezTo>
                  <a:lnTo>
                    <a:pt x="1545060" y="7636759"/>
                  </a:lnTo>
                  <a:cubicBezTo>
                    <a:pt x="1876802" y="7293932"/>
                    <a:pt x="2096591" y="6802823"/>
                    <a:pt x="2160861" y="6260777"/>
                  </a:cubicBezTo>
                  <a:lnTo>
                    <a:pt x="2327809" y="4852906"/>
                  </a:lnTo>
                  <a:cubicBezTo>
                    <a:pt x="2439809" y="3908036"/>
                    <a:pt x="3014603" y="3166515"/>
                    <a:pt x="3747024" y="3021974"/>
                  </a:cubicBezTo>
                  <a:lnTo>
                    <a:pt x="4838382" y="2806601"/>
                  </a:lnTo>
                  <a:cubicBezTo>
                    <a:pt x="5258549" y="2723678"/>
                    <a:pt x="5639231" y="2440139"/>
                    <a:pt x="5904981" y="2012178"/>
                  </a:cubicBezTo>
                  <a:close/>
                </a:path>
              </a:pathLst>
            </a:custGeom>
            <a:blipFill>
              <a:blip r:embed="rId7"/>
              <a:stretch>
                <a:fillRect l="-36021" t="0" r="-36021"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DAGS5bs-qwU</dc:identifier>
  <dcterms:modified xsi:type="dcterms:W3CDTF">2011-08-01T06:04:30Z</dcterms:modified>
  <cp:revision>1</cp:revision>
  <dc:title>Inserir um título</dc:title>
</cp:coreProperties>
</file>